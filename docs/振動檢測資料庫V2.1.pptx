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5" r:id="rId4"/>
  </p:sldMasterIdLst>
  <p:notesMasterIdLst>
    <p:notesMasterId r:id="rId26"/>
  </p:notesMasterIdLst>
  <p:handoutMasterIdLst>
    <p:handoutMasterId r:id="rId27"/>
  </p:handoutMasterIdLst>
  <p:sldIdLst>
    <p:sldId id="548" r:id="rId5"/>
    <p:sldId id="282" r:id="rId6"/>
    <p:sldId id="283" r:id="rId7"/>
    <p:sldId id="284" r:id="rId8"/>
    <p:sldId id="259" r:id="rId9"/>
    <p:sldId id="609" r:id="rId10"/>
    <p:sldId id="262" r:id="rId11"/>
    <p:sldId id="258" r:id="rId12"/>
    <p:sldId id="266" r:id="rId13"/>
    <p:sldId id="263" r:id="rId14"/>
    <p:sldId id="267" r:id="rId15"/>
    <p:sldId id="268" r:id="rId16"/>
    <p:sldId id="269" r:id="rId17"/>
    <p:sldId id="264" r:id="rId18"/>
    <p:sldId id="271" r:id="rId19"/>
    <p:sldId id="272" r:id="rId20"/>
    <p:sldId id="273" r:id="rId21"/>
    <p:sldId id="265" r:id="rId22"/>
    <p:sldId id="276" r:id="rId23"/>
    <p:sldId id="278" r:id="rId24"/>
    <p:sldId id="603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es Kao" initials="C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00FFFF"/>
    <a:srgbClr val="0070C0"/>
    <a:srgbClr val="33CCCC"/>
    <a:srgbClr val="FF0000"/>
    <a:srgbClr val="FFFFFF"/>
    <a:srgbClr val="000000"/>
    <a:srgbClr val="CDF4F3"/>
    <a:srgbClr val="CCECFF"/>
    <a:srgbClr val="ED7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EDE10-532A-4CDB-A404-D2858FBA18BD}" v="15" dt="2021-06-07T13:19:25.635"/>
    <p1510:client id="{EE1BD4B2-931C-ABAA-F055-56B900DB8567}" v="2" dt="2021-06-08T06:42:33.075"/>
  </p1510:revLst>
</p1510:revInfo>
</file>

<file path=ppt/tableStyles.xml><?xml version="1.0" encoding="utf-8"?>
<a:tblStyleLst xmlns:a="http://schemas.openxmlformats.org/drawingml/2006/main" def="{DE6B437C-7B4C-43ED-91A0-0018A8F7E1EE}">
  <a:tblStyle styleId="{DE6B437C-7B4C-43ED-91A0-0018A8F7E1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52BCE2F-5DBD-411D-9CA7-E44C6D4B55A0}" styleName="Table_1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E7E7"/>
          </a:solidFill>
        </a:fill>
      </a:tcStyle>
    </a:wholeTbl>
    <a:band1H>
      <a:tcTxStyle/>
      <a:tcStyle>
        <a:tcBdr/>
        <a:fill>
          <a:solidFill>
            <a:srgbClr val="EBCC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BCC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0FDC9A2-FB6C-445C-B6E6-764DE56747A5}" styleName="Table_2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EAE6"/>
          </a:solidFill>
        </a:fill>
      </a:tcStyle>
    </a:wholeTbl>
    <a:band1H>
      <a:tcTxStyle/>
      <a:tcStyle>
        <a:tcBdr/>
        <a:fill>
          <a:solidFill>
            <a:srgbClr val="FFD2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D2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8" autoAdjust="0"/>
    <p:restoredTop sz="94248" autoAdjust="0"/>
  </p:normalViewPr>
  <p:slideViewPr>
    <p:cSldViewPr snapToGrid="0">
      <p:cViewPr varScale="1">
        <p:scale>
          <a:sx n="98" d="100"/>
          <a:sy n="98" d="100"/>
        </p:scale>
        <p:origin x="96" y="8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8" d="100"/>
        <a:sy n="78" d="100"/>
      </p:scale>
      <p:origin x="0" y="-1084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Lu" userId="9a1734b0deea51e4" providerId="LiveId" clId="{38FEDE10-532A-4CDB-A404-D2858FBA18BD}"/>
    <pc:docChg chg="undo custSel delSld modSld">
      <pc:chgData name="Simon Lu" userId="9a1734b0deea51e4" providerId="LiveId" clId="{38FEDE10-532A-4CDB-A404-D2858FBA18BD}" dt="2021-06-07T13:22:20.515" v="369" actId="20577"/>
      <pc:docMkLst>
        <pc:docMk/>
      </pc:docMkLst>
      <pc:sldChg chg="del">
        <pc:chgData name="Simon Lu" userId="9a1734b0deea51e4" providerId="LiveId" clId="{38FEDE10-532A-4CDB-A404-D2858FBA18BD}" dt="2021-06-07T12:56:19.507" v="2" actId="47"/>
        <pc:sldMkLst>
          <pc:docMk/>
          <pc:sldMk cId="965781891" sldId="257"/>
        </pc:sldMkLst>
      </pc:sldChg>
      <pc:sldChg chg="addSp modSp mod">
        <pc:chgData name="Simon Lu" userId="9a1734b0deea51e4" providerId="LiveId" clId="{38FEDE10-532A-4CDB-A404-D2858FBA18BD}" dt="2021-06-07T12:59:55.420" v="23" actId="1035"/>
        <pc:sldMkLst>
          <pc:docMk/>
          <pc:sldMk cId="3038166342" sldId="258"/>
        </pc:sldMkLst>
        <pc:spChg chg="add mod">
          <ac:chgData name="Simon Lu" userId="9a1734b0deea51e4" providerId="LiveId" clId="{38FEDE10-532A-4CDB-A404-D2858FBA18BD}" dt="2021-06-07T12:59:55.420" v="23" actId="1035"/>
          <ac:spMkLst>
            <pc:docMk/>
            <pc:sldMk cId="3038166342" sldId="258"/>
            <ac:spMk id="12" creationId="{CD67C92E-A3D4-413A-9985-CABC667721FC}"/>
          </ac:spMkLst>
        </pc:spChg>
        <pc:picChg chg="add mod">
          <ac:chgData name="Simon Lu" userId="9a1734b0deea51e4" providerId="LiveId" clId="{38FEDE10-532A-4CDB-A404-D2858FBA18BD}" dt="2021-06-07T12:59:41.283" v="20" actId="14100"/>
          <ac:picMkLst>
            <pc:docMk/>
            <pc:sldMk cId="3038166342" sldId="258"/>
            <ac:picMk id="11" creationId="{9122B6FB-B66E-4728-AD3F-1EEB62E57D08}"/>
          </ac:picMkLst>
        </pc:picChg>
      </pc:sldChg>
      <pc:sldChg chg="modSp mod">
        <pc:chgData name="Simon Lu" userId="9a1734b0deea51e4" providerId="LiveId" clId="{38FEDE10-532A-4CDB-A404-D2858FBA18BD}" dt="2021-06-07T13:12:22.630" v="228" actId="1076"/>
        <pc:sldMkLst>
          <pc:docMk/>
          <pc:sldMk cId="2539294667" sldId="259"/>
        </pc:sldMkLst>
        <pc:spChg chg="mod">
          <ac:chgData name="Simon Lu" userId="9a1734b0deea51e4" providerId="LiveId" clId="{38FEDE10-532A-4CDB-A404-D2858FBA18BD}" dt="2021-06-07T13:12:22.630" v="228" actId="1076"/>
          <ac:spMkLst>
            <pc:docMk/>
            <pc:sldMk cId="2539294667" sldId="259"/>
            <ac:spMk id="2" creationId="{00000000-0000-0000-0000-000000000000}"/>
          </ac:spMkLst>
        </pc:spChg>
      </pc:sldChg>
      <pc:sldChg chg="addSp delSp modSp mod">
        <pc:chgData name="Simon Lu" userId="9a1734b0deea51e4" providerId="LiveId" clId="{38FEDE10-532A-4CDB-A404-D2858FBA18BD}" dt="2021-06-07T13:03:01.866" v="41" actId="20577"/>
        <pc:sldMkLst>
          <pc:docMk/>
          <pc:sldMk cId="2627741218" sldId="262"/>
        </pc:sldMkLst>
        <pc:spChg chg="del mod">
          <ac:chgData name="Simon Lu" userId="9a1734b0deea51e4" providerId="LiveId" clId="{38FEDE10-532A-4CDB-A404-D2858FBA18BD}" dt="2021-06-07T13:02:18.524" v="32" actId="478"/>
          <ac:spMkLst>
            <pc:docMk/>
            <pc:sldMk cId="2627741218" sldId="262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03:01.866" v="41" actId="20577"/>
          <ac:spMkLst>
            <pc:docMk/>
            <pc:sldMk cId="2627741218" sldId="262"/>
            <ac:spMk id="3" creationId="{00000000-0000-0000-0000-000000000000}"/>
          </ac:spMkLst>
        </pc:spChg>
        <pc:spChg chg="add del">
          <ac:chgData name="Simon Lu" userId="9a1734b0deea51e4" providerId="LiveId" clId="{38FEDE10-532A-4CDB-A404-D2858FBA18BD}" dt="2021-06-07T12:56:38.883" v="4" actId="22"/>
          <ac:spMkLst>
            <pc:docMk/>
            <pc:sldMk cId="2627741218" sldId="262"/>
            <ac:spMk id="38" creationId="{B36110DD-6DB1-49D7-B00B-7B90208BFAA3}"/>
          </ac:spMkLst>
        </pc:spChg>
        <pc:spChg chg="add del">
          <ac:chgData name="Simon Lu" userId="9a1734b0deea51e4" providerId="LiveId" clId="{38FEDE10-532A-4CDB-A404-D2858FBA18BD}" dt="2021-06-07T12:56:46.210" v="6" actId="22"/>
          <ac:spMkLst>
            <pc:docMk/>
            <pc:sldMk cId="2627741218" sldId="262"/>
            <ac:spMk id="40" creationId="{396C6505-3CA6-4988-B186-6A4FCC1F1813}"/>
          </ac:spMkLst>
        </pc:spChg>
        <pc:spChg chg="add mod">
          <ac:chgData name="Simon Lu" userId="9a1734b0deea51e4" providerId="LiveId" clId="{38FEDE10-532A-4CDB-A404-D2858FBA18BD}" dt="2021-06-07T13:01:23.305" v="26" actId="164"/>
          <ac:spMkLst>
            <pc:docMk/>
            <pc:sldMk cId="2627741218" sldId="262"/>
            <ac:spMk id="41" creationId="{5F3714FE-2A2C-4898-838B-EDB6CC220B71}"/>
          </ac:spMkLst>
        </pc:spChg>
        <pc:grpChg chg="add mod">
          <ac:chgData name="Simon Lu" userId="9a1734b0deea51e4" providerId="LiveId" clId="{38FEDE10-532A-4CDB-A404-D2858FBA18BD}" dt="2021-06-07T13:01:23.305" v="26" actId="164"/>
          <ac:grpSpMkLst>
            <pc:docMk/>
            <pc:sldMk cId="2627741218" sldId="262"/>
            <ac:grpSpMk id="42" creationId="{35E28327-70E8-4804-BFF3-E9DF8B2130B9}"/>
          </ac:grpSpMkLst>
        </pc:grpChg>
        <pc:picChg chg="mod">
          <ac:chgData name="Simon Lu" userId="9a1734b0deea51e4" providerId="LiveId" clId="{38FEDE10-532A-4CDB-A404-D2858FBA18BD}" dt="2021-06-07T13:01:23.305" v="26" actId="164"/>
          <ac:picMkLst>
            <pc:docMk/>
            <pc:sldMk cId="2627741218" sldId="262"/>
            <ac:picMk id="36" creationId="{82049E33-F749-4281-8A36-1A899B0794D1}"/>
          </ac:picMkLst>
        </pc:picChg>
      </pc:sldChg>
      <pc:sldChg chg="addSp delSp modSp mod">
        <pc:chgData name="Simon Lu" userId="9a1734b0deea51e4" providerId="LiveId" clId="{38FEDE10-532A-4CDB-A404-D2858FBA18BD}" dt="2021-06-07T13:12:10.228" v="227" actId="1076"/>
        <pc:sldMkLst>
          <pc:docMk/>
          <pc:sldMk cId="3573867115" sldId="263"/>
        </pc:sldMkLst>
        <pc:spChg chg="del mod">
          <ac:chgData name="Simon Lu" userId="9a1734b0deea51e4" providerId="LiveId" clId="{38FEDE10-532A-4CDB-A404-D2858FBA18BD}" dt="2021-06-07T13:03:24.099" v="45" actId="478"/>
          <ac:spMkLst>
            <pc:docMk/>
            <pc:sldMk cId="3573867115" sldId="263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12:10.228" v="227" actId="1076"/>
          <ac:spMkLst>
            <pc:docMk/>
            <pc:sldMk cId="3573867115" sldId="263"/>
            <ac:spMk id="3" creationId="{00000000-0000-0000-0000-000000000000}"/>
          </ac:spMkLst>
        </pc:spChg>
        <pc:spChg chg="mod">
          <ac:chgData name="Simon Lu" userId="9a1734b0deea51e4" providerId="LiveId" clId="{38FEDE10-532A-4CDB-A404-D2858FBA18BD}" dt="2021-06-07T13:01:36.788" v="28" actId="1076"/>
          <ac:spMkLst>
            <pc:docMk/>
            <pc:sldMk cId="3573867115" sldId="263"/>
            <ac:spMk id="6" creationId="{9D33DD1E-5AEF-4674-8FC1-A6328595324E}"/>
          </ac:spMkLst>
        </pc:spChg>
        <pc:grpChg chg="add mod">
          <ac:chgData name="Simon Lu" userId="9a1734b0deea51e4" providerId="LiveId" clId="{38FEDE10-532A-4CDB-A404-D2858FBA18BD}" dt="2021-06-07T13:01:27.847" v="27"/>
          <ac:grpSpMkLst>
            <pc:docMk/>
            <pc:sldMk cId="3573867115" sldId="263"/>
            <ac:grpSpMk id="4" creationId="{08FD661D-F30B-4E8B-85A0-0F304C9461D6}"/>
          </ac:grpSpMkLst>
        </pc:grpChg>
        <pc:picChg chg="mod">
          <ac:chgData name="Simon Lu" userId="9a1734b0deea51e4" providerId="LiveId" clId="{38FEDE10-532A-4CDB-A404-D2858FBA18BD}" dt="2021-06-07T13:01:27.847" v="27"/>
          <ac:picMkLst>
            <pc:docMk/>
            <pc:sldMk cId="3573867115" sldId="263"/>
            <ac:picMk id="5" creationId="{41286BC9-7FB1-46C3-A9BF-2F1914B7B6A1}"/>
          </ac:picMkLst>
        </pc:picChg>
      </pc:sldChg>
      <pc:sldChg chg="addSp delSp modSp mod">
        <pc:chgData name="Simon Lu" userId="9a1734b0deea51e4" providerId="LiveId" clId="{38FEDE10-532A-4CDB-A404-D2858FBA18BD}" dt="2021-06-07T13:11:57.409" v="226" actId="1076"/>
        <pc:sldMkLst>
          <pc:docMk/>
          <pc:sldMk cId="1337555666" sldId="264"/>
        </pc:sldMkLst>
        <pc:spChg chg="del mod">
          <ac:chgData name="Simon Lu" userId="9a1734b0deea51e4" providerId="LiveId" clId="{38FEDE10-532A-4CDB-A404-D2858FBA18BD}" dt="2021-06-07T13:11:38.244" v="222" actId="478"/>
          <ac:spMkLst>
            <pc:docMk/>
            <pc:sldMk cId="1337555666" sldId="264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11:57.409" v="226" actId="1076"/>
          <ac:spMkLst>
            <pc:docMk/>
            <pc:sldMk cId="1337555666" sldId="264"/>
            <ac:spMk id="3" creationId="{00000000-0000-0000-0000-000000000000}"/>
          </ac:spMkLst>
        </pc:spChg>
        <pc:spChg chg="mod">
          <ac:chgData name="Simon Lu" userId="9a1734b0deea51e4" providerId="LiveId" clId="{38FEDE10-532A-4CDB-A404-D2858FBA18BD}" dt="2021-06-07T13:11:25.660" v="217" actId="1036"/>
          <ac:spMkLst>
            <pc:docMk/>
            <pc:sldMk cId="1337555666" sldId="264"/>
            <ac:spMk id="6" creationId="{065E2E3A-6320-4660-BC8F-F0373DD83DC6}"/>
          </ac:spMkLst>
        </pc:spChg>
        <pc:grpChg chg="add mod">
          <ac:chgData name="Simon Lu" userId="9a1734b0deea51e4" providerId="LiveId" clId="{38FEDE10-532A-4CDB-A404-D2858FBA18BD}" dt="2021-06-07T13:11:12.509" v="211"/>
          <ac:grpSpMkLst>
            <pc:docMk/>
            <pc:sldMk cId="1337555666" sldId="264"/>
            <ac:grpSpMk id="4" creationId="{E1157045-6CD7-4577-8560-551BA45E6A7D}"/>
          </ac:grpSpMkLst>
        </pc:grpChg>
        <pc:picChg chg="mod">
          <ac:chgData name="Simon Lu" userId="9a1734b0deea51e4" providerId="LiveId" clId="{38FEDE10-532A-4CDB-A404-D2858FBA18BD}" dt="2021-06-07T13:11:12.509" v="211"/>
          <ac:picMkLst>
            <pc:docMk/>
            <pc:sldMk cId="1337555666" sldId="264"/>
            <ac:picMk id="5" creationId="{5121503F-F805-40D2-9238-A3DAB65F9A76}"/>
          </ac:picMkLst>
        </pc:picChg>
      </pc:sldChg>
      <pc:sldChg chg="addSp delSp modSp mod">
        <pc:chgData name="Simon Lu" userId="9a1734b0deea51e4" providerId="LiveId" clId="{38FEDE10-532A-4CDB-A404-D2858FBA18BD}" dt="2021-06-07T13:17:01.427" v="290" actId="20577"/>
        <pc:sldMkLst>
          <pc:docMk/>
          <pc:sldMk cId="979917282" sldId="265"/>
        </pc:sldMkLst>
        <pc:spChg chg="del mod">
          <ac:chgData name="Simon Lu" userId="9a1734b0deea51e4" providerId="LiveId" clId="{38FEDE10-532A-4CDB-A404-D2858FBA18BD}" dt="2021-06-07T13:16:39.652" v="286" actId="478"/>
          <ac:spMkLst>
            <pc:docMk/>
            <pc:sldMk cId="979917282" sldId="265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17:01.427" v="290" actId="20577"/>
          <ac:spMkLst>
            <pc:docMk/>
            <pc:sldMk cId="979917282" sldId="265"/>
            <ac:spMk id="3" creationId="{00000000-0000-0000-0000-000000000000}"/>
          </ac:spMkLst>
        </pc:spChg>
        <pc:spChg chg="mod">
          <ac:chgData name="Simon Lu" userId="9a1734b0deea51e4" providerId="LiveId" clId="{38FEDE10-532A-4CDB-A404-D2858FBA18BD}" dt="2021-06-07T13:16:31.120" v="282" actId="1038"/>
          <ac:spMkLst>
            <pc:docMk/>
            <pc:sldMk cId="979917282" sldId="265"/>
            <ac:spMk id="6" creationId="{DB1C660C-8A69-4203-8A82-780F762B6087}"/>
          </ac:spMkLst>
        </pc:spChg>
        <pc:grpChg chg="add mod">
          <ac:chgData name="Simon Lu" userId="9a1734b0deea51e4" providerId="LiveId" clId="{38FEDE10-532A-4CDB-A404-D2858FBA18BD}" dt="2021-06-07T13:16:10.514" v="272"/>
          <ac:grpSpMkLst>
            <pc:docMk/>
            <pc:sldMk cId="979917282" sldId="265"/>
            <ac:grpSpMk id="4" creationId="{F58F0BD4-080A-41EE-921F-58582FF242AC}"/>
          </ac:grpSpMkLst>
        </pc:grpChg>
        <pc:picChg chg="mod">
          <ac:chgData name="Simon Lu" userId="9a1734b0deea51e4" providerId="LiveId" clId="{38FEDE10-532A-4CDB-A404-D2858FBA18BD}" dt="2021-06-07T13:16:21.572" v="274" actId="1076"/>
          <ac:picMkLst>
            <pc:docMk/>
            <pc:sldMk cId="979917282" sldId="265"/>
            <ac:picMk id="5" creationId="{A306D7FF-A307-40CD-804F-C03B49216825}"/>
          </ac:picMkLst>
        </pc:picChg>
      </pc:sldChg>
      <pc:sldChg chg="addSp modSp mod">
        <pc:chgData name="Simon Lu" userId="9a1734b0deea51e4" providerId="LiveId" clId="{38FEDE10-532A-4CDB-A404-D2858FBA18BD}" dt="2021-06-07T13:01:10.560" v="25" actId="1076"/>
        <pc:sldMkLst>
          <pc:docMk/>
          <pc:sldMk cId="2021872012" sldId="266"/>
        </pc:sldMkLst>
        <pc:spChg chg="add mod">
          <ac:chgData name="Simon Lu" userId="9a1734b0deea51e4" providerId="LiveId" clId="{38FEDE10-532A-4CDB-A404-D2858FBA18BD}" dt="2021-06-07T13:01:10.560" v="25" actId="1076"/>
          <ac:spMkLst>
            <pc:docMk/>
            <pc:sldMk cId="2021872012" sldId="266"/>
            <ac:spMk id="6" creationId="{4A6152D2-FA03-40C2-98C9-197D6BC6F3C9}"/>
          </ac:spMkLst>
        </pc:spChg>
        <pc:picChg chg="add mod">
          <ac:chgData name="Simon Lu" userId="9a1734b0deea51e4" providerId="LiveId" clId="{38FEDE10-532A-4CDB-A404-D2858FBA18BD}" dt="2021-06-07T13:00:00.791" v="24"/>
          <ac:picMkLst>
            <pc:docMk/>
            <pc:sldMk cId="2021872012" sldId="266"/>
            <ac:picMk id="5" creationId="{A284526B-C3F5-46B4-AD8E-9695979CE6A0}"/>
          </ac:picMkLst>
        </pc:picChg>
      </pc:sldChg>
      <pc:sldChg chg="addSp modSp mod">
        <pc:chgData name="Simon Lu" userId="9a1734b0deea51e4" providerId="LiveId" clId="{38FEDE10-532A-4CDB-A404-D2858FBA18BD}" dt="2021-06-07T13:05:02.382" v="85" actId="1076"/>
        <pc:sldMkLst>
          <pc:docMk/>
          <pc:sldMk cId="3377764100" sldId="267"/>
        </pc:sldMkLst>
        <pc:spChg chg="mod">
          <ac:chgData name="Simon Lu" userId="9a1734b0deea51e4" providerId="LiveId" clId="{38FEDE10-532A-4CDB-A404-D2858FBA18BD}" dt="2021-06-07T13:05:02.382" v="85" actId="1076"/>
          <ac:spMkLst>
            <pc:docMk/>
            <pc:sldMk cId="3377764100" sldId="267"/>
            <ac:spMk id="7" creationId="{00000000-0000-0000-0000-000000000000}"/>
          </ac:spMkLst>
        </pc:spChg>
        <pc:spChg chg="mod">
          <ac:chgData name="Simon Lu" userId="9a1734b0deea51e4" providerId="LiveId" clId="{38FEDE10-532A-4CDB-A404-D2858FBA18BD}" dt="2021-06-07T13:04:19.765" v="77" actId="1076"/>
          <ac:spMkLst>
            <pc:docMk/>
            <pc:sldMk cId="3377764100" sldId="267"/>
            <ac:spMk id="10" creationId="{92A3BF8B-9151-46ED-89E1-EC6E7DB883C2}"/>
          </ac:spMkLst>
        </pc:spChg>
        <pc:grpChg chg="mod">
          <ac:chgData name="Simon Lu" userId="9a1734b0deea51e4" providerId="LiveId" clId="{38FEDE10-532A-4CDB-A404-D2858FBA18BD}" dt="2021-06-07T13:04:46.622" v="82" actId="1076"/>
          <ac:grpSpMkLst>
            <pc:docMk/>
            <pc:sldMk cId="3377764100" sldId="267"/>
            <ac:grpSpMk id="5" creationId="{00000000-0000-0000-0000-000000000000}"/>
          </ac:grpSpMkLst>
        </pc:grpChg>
        <pc:grpChg chg="add mod">
          <ac:chgData name="Simon Lu" userId="9a1734b0deea51e4" providerId="LiveId" clId="{38FEDE10-532A-4CDB-A404-D2858FBA18BD}" dt="2021-06-07T13:04:09.421" v="52" actId="1076"/>
          <ac:grpSpMkLst>
            <pc:docMk/>
            <pc:sldMk cId="3377764100" sldId="267"/>
            <ac:grpSpMk id="8" creationId="{B2BB7ECA-E98C-431B-8032-24C29CFC4066}"/>
          </ac:grpSpMkLst>
        </pc:grpChg>
        <pc:picChg chg="mod">
          <ac:chgData name="Simon Lu" userId="9a1734b0deea51e4" providerId="LiveId" clId="{38FEDE10-532A-4CDB-A404-D2858FBA18BD}" dt="2021-06-07T13:04:06.233" v="51"/>
          <ac:picMkLst>
            <pc:docMk/>
            <pc:sldMk cId="3377764100" sldId="267"/>
            <ac:picMk id="9" creationId="{763B0FEC-B4AC-490A-AC00-9F2500F098F7}"/>
          </ac:picMkLst>
        </pc:picChg>
        <pc:picChg chg="mod">
          <ac:chgData name="Simon Lu" userId="9a1734b0deea51e4" providerId="LiveId" clId="{38FEDE10-532A-4CDB-A404-D2858FBA18BD}" dt="2021-06-07T13:04:58.561" v="84" actId="1076"/>
          <ac:picMkLst>
            <pc:docMk/>
            <pc:sldMk cId="3377764100" sldId="267"/>
            <ac:picMk id="11" creationId="{55867AEC-9F7F-4F44-8EF9-D4BFC89F1776}"/>
          </ac:picMkLst>
        </pc:picChg>
      </pc:sldChg>
      <pc:sldChg chg="addSp modSp mod">
        <pc:chgData name="Simon Lu" userId="9a1734b0deea51e4" providerId="LiveId" clId="{38FEDE10-532A-4CDB-A404-D2858FBA18BD}" dt="2021-06-07T13:06:50.270" v="134" actId="1076"/>
        <pc:sldMkLst>
          <pc:docMk/>
          <pc:sldMk cId="653354554" sldId="268"/>
        </pc:sldMkLst>
        <pc:spChg chg="mod">
          <ac:chgData name="Simon Lu" userId="9a1734b0deea51e4" providerId="LiveId" clId="{38FEDE10-532A-4CDB-A404-D2858FBA18BD}" dt="2021-06-07T13:05:40.901" v="90" actId="20577"/>
          <ac:spMkLst>
            <pc:docMk/>
            <pc:sldMk cId="653354554" sldId="268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06:02.849" v="126" actId="207"/>
          <ac:spMkLst>
            <pc:docMk/>
            <pc:sldMk cId="653354554" sldId="268"/>
            <ac:spMk id="7" creationId="{00000000-0000-0000-0000-000000000000}"/>
          </ac:spMkLst>
        </pc:spChg>
        <pc:spChg chg="mod">
          <ac:chgData name="Simon Lu" userId="9a1734b0deea51e4" providerId="LiveId" clId="{38FEDE10-532A-4CDB-A404-D2858FBA18BD}" dt="2021-06-07T13:06:41.031" v="132" actId="1076"/>
          <ac:spMkLst>
            <pc:docMk/>
            <pc:sldMk cId="653354554" sldId="268"/>
            <ac:spMk id="14" creationId="{00000000-0000-0000-0000-000000000000}"/>
          </ac:spMkLst>
        </pc:spChg>
        <pc:spChg chg="mod">
          <ac:chgData name="Simon Lu" userId="9a1734b0deea51e4" providerId="LiveId" clId="{38FEDE10-532A-4CDB-A404-D2858FBA18BD}" dt="2021-06-07T13:06:50.270" v="134" actId="1076"/>
          <ac:spMkLst>
            <pc:docMk/>
            <pc:sldMk cId="653354554" sldId="268"/>
            <ac:spMk id="15" creationId="{00000000-0000-0000-0000-000000000000}"/>
          </ac:spMkLst>
        </pc:spChg>
        <pc:spChg chg="mod">
          <ac:chgData name="Simon Lu" userId="9a1734b0deea51e4" providerId="LiveId" clId="{38FEDE10-532A-4CDB-A404-D2858FBA18BD}" dt="2021-06-07T13:05:50.626" v="125" actId="1038"/>
          <ac:spMkLst>
            <pc:docMk/>
            <pc:sldMk cId="653354554" sldId="268"/>
            <ac:spMk id="49" creationId="{6B62A538-C305-48A5-8809-703FF53DB051}"/>
          </ac:spMkLst>
        </pc:spChg>
        <pc:grpChg chg="mod">
          <ac:chgData name="Simon Lu" userId="9a1734b0deea51e4" providerId="LiveId" clId="{38FEDE10-532A-4CDB-A404-D2858FBA18BD}" dt="2021-06-07T13:06:46.074" v="133" actId="1076"/>
          <ac:grpSpMkLst>
            <pc:docMk/>
            <pc:sldMk cId="653354554" sldId="268"/>
            <ac:grpSpMk id="10" creationId="{00000000-0000-0000-0000-000000000000}"/>
          </ac:grpSpMkLst>
        </pc:grpChg>
        <pc:grpChg chg="mod">
          <ac:chgData name="Simon Lu" userId="9a1734b0deea51e4" providerId="LiveId" clId="{38FEDE10-532A-4CDB-A404-D2858FBA18BD}" dt="2021-06-07T13:06:37.759" v="131" actId="1076"/>
          <ac:grpSpMkLst>
            <pc:docMk/>
            <pc:sldMk cId="653354554" sldId="268"/>
            <ac:grpSpMk id="13" creationId="{00000000-0000-0000-0000-000000000000}"/>
          </ac:grpSpMkLst>
        </pc:grpChg>
        <pc:grpChg chg="add mod">
          <ac:chgData name="Simon Lu" userId="9a1734b0deea51e4" providerId="LiveId" clId="{38FEDE10-532A-4CDB-A404-D2858FBA18BD}" dt="2021-06-07T13:05:15.122" v="86"/>
          <ac:grpSpMkLst>
            <pc:docMk/>
            <pc:sldMk cId="653354554" sldId="268"/>
            <ac:grpSpMk id="47" creationId="{3A5B54A1-2832-44B7-85EB-417373DCED99}"/>
          </ac:grpSpMkLst>
        </pc:grpChg>
        <pc:picChg chg="mod">
          <ac:chgData name="Simon Lu" userId="9a1734b0deea51e4" providerId="LiveId" clId="{38FEDE10-532A-4CDB-A404-D2858FBA18BD}" dt="2021-06-07T13:05:15.122" v="86"/>
          <ac:picMkLst>
            <pc:docMk/>
            <pc:sldMk cId="653354554" sldId="268"/>
            <ac:picMk id="48" creationId="{B638E6CB-03A1-4852-B06A-B544C20B4092}"/>
          </ac:picMkLst>
        </pc:picChg>
      </pc:sldChg>
      <pc:sldChg chg="addSp modSp mod">
        <pc:chgData name="Simon Lu" userId="9a1734b0deea51e4" providerId="LiveId" clId="{38FEDE10-532A-4CDB-A404-D2858FBA18BD}" dt="2021-06-07T13:11:01.960" v="210" actId="1037"/>
        <pc:sldMkLst>
          <pc:docMk/>
          <pc:sldMk cId="1943306136" sldId="269"/>
        </pc:sldMkLst>
        <pc:spChg chg="mod">
          <ac:chgData name="Simon Lu" userId="9a1734b0deea51e4" providerId="LiveId" clId="{38FEDE10-532A-4CDB-A404-D2858FBA18BD}" dt="2021-06-07T13:10:35.339" v="173" actId="1076"/>
          <ac:spMkLst>
            <pc:docMk/>
            <pc:sldMk cId="1943306136" sldId="269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10:29.525" v="172" actId="1076"/>
          <ac:spMkLst>
            <pc:docMk/>
            <pc:sldMk cId="1943306136" sldId="269"/>
            <ac:spMk id="7" creationId="{00000000-0000-0000-0000-000000000000}"/>
          </ac:spMkLst>
        </pc:spChg>
        <pc:spChg chg="mod">
          <ac:chgData name="Simon Lu" userId="9a1734b0deea51e4" providerId="LiveId" clId="{38FEDE10-532A-4CDB-A404-D2858FBA18BD}" dt="2021-06-07T13:11:01.960" v="210" actId="1037"/>
          <ac:spMkLst>
            <pc:docMk/>
            <pc:sldMk cId="1943306136" sldId="269"/>
            <ac:spMk id="9" creationId="{972CBAF8-EC2E-4972-A326-15F20E278F4B}"/>
          </ac:spMkLst>
        </pc:spChg>
        <pc:grpChg chg="add mod">
          <ac:chgData name="Simon Lu" userId="9a1734b0deea51e4" providerId="LiveId" clId="{38FEDE10-532A-4CDB-A404-D2858FBA18BD}" dt="2021-06-07T13:07:06.055" v="135"/>
          <ac:grpSpMkLst>
            <pc:docMk/>
            <pc:sldMk cId="1943306136" sldId="269"/>
            <ac:grpSpMk id="6" creationId="{D5C75C12-2C3B-40C3-83C2-F395C16A3678}"/>
          </ac:grpSpMkLst>
        </pc:grpChg>
        <pc:graphicFrameChg chg="mod modGraphic">
          <ac:chgData name="Simon Lu" userId="9a1734b0deea51e4" providerId="LiveId" clId="{38FEDE10-532A-4CDB-A404-D2858FBA18BD}" dt="2021-06-07T13:10:24.016" v="171" actId="1076"/>
          <ac:graphicFrameMkLst>
            <pc:docMk/>
            <pc:sldMk cId="1943306136" sldId="269"/>
            <ac:graphicFrameMk id="12" creationId="{00000000-0000-0000-0000-000000000000}"/>
          </ac:graphicFrameMkLst>
        </pc:graphicFrameChg>
        <pc:picChg chg="mod">
          <ac:chgData name="Simon Lu" userId="9a1734b0deea51e4" providerId="LiveId" clId="{38FEDE10-532A-4CDB-A404-D2858FBA18BD}" dt="2021-06-07T13:07:06.055" v="135"/>
          <ac:picMkLst>
            <pc:docMk/>
            <pc:sldMk cId="1943306136" sldId="269"/>
            <ac:picMk id="8" creationId="{25D3EA44-6752-403E-99FE-69FF1C7D018C}"/>
          </ac:picMkLst>
        </pc:picChg>
        <pc:picChg chg="mod">
          <ac:chgData name="Simon Lu" userId="9a1734b0deea51e4" providerId="LiveId" clId="{38FEDE10-532A-4CDB-A404-D2858FBA18BD}" dt="2021-06-07T13:10:15.230" v="168" actId="1076"/>
          <ac:picMkLst>
            <pc:docMk/>
            <pc:sldMk cId="1943306136" sldId="269"/>
            <ac:picMk id="10" creationId="{00000000-0000-0000-0000-000000000000}"/>
          </ac:picMkLst>
        </pc:picChg>
      </pc:sldChg>
      <pc:sldChg chg="addSp delSp modSp del mod">
        <pc:chgData name="Simon Lu" userId="9a1734b0deea51e4" providerId="LiveId" clId="{38FEDE10-532A-4CDB-A404-D2858FBA18BD}" dt="2021-06-07T13:14:25.499" v="249" actId="47"/>
        <pc:sldMkLst>
          <pc:docMk/>
          <pc:sldMk cId="3493322786" sldId="270"/>
        </pc:sldMkLst>
        <pc:spChg chg="mod">
          <ac:chgData name="Simon Lu" userId="9a1734b0deea51e4" providerId="LiveId" clId="{38FEDE10-532A-4CDB-A404-D2858FBA18BD}" dt="2021-06-07T13:12:35.223" v="229"/>
          <ac:spMkLst>
            <pc:docMk/>
            <pc:sldMk cId="3493322786" sldId="270"/>
            <ac:spMk id="10" creationId="{6D428185-EA8A-469C-A6EA-F19569726174}"/>
          </ac:spMkLst>
        </pc:spChg>
        <pc:grpChg chg="add del mod">
          <ac:chgData name="Simon Lu" userId="9a1734b0deea51e4" providerId="LiveId" clId="{38FEDE10-532A-4CDB-A404-D2858FBA18BD}" dt="2021-06-07T13:12:57.329" v="230" actId="21"/>
          <ac:grpSpMkLst>
            <pc:docMk/>
            <pc:sldMk cId="3493322786" sldId="270"/>
            <ac:grpSpMk id="8" creationId="{7C21741D-917B-41C1-A0B4-91AB5D39287C}"/>
          </ac:grpSpMkLst>
        </pc:grpChg>
        <pc:picChg chg="mod">
          <ac:chgData name="Simon Lu" userId="9a1734b0deea51e4" providerId="LiveId" clId="{38FEDE10-532A-4CDB-A404-D2858FBA18BD}" dt="2021-06-07T13:12:35.223" v="229"/>
          <ac:picMkLst>
            <pc:docMk/>
            <pc:sldMk cId="3493322786" sldId="270"/>
            <ac:picMk id="9" creationId="{05BDCA81-5B0D-4EF1-9B05-D17AFF8CB44B}"/>
          </ac:picMkLst>
        </pc:picChg>
      </pc:sldChg>
      <pc:sldChg chg="addSp modSp mod">
        <pc:chgData name="Simon Lu" userId="9a1734b0deea51e4" providerId="LiveId" clId="{38FEDE10-532A-4CDB-A404-D2858FBA18BD}" dt="2021-06-07T13:14:30.556" v="251" actId="20577"/>
        <pc:sldMkLst>
          <pc:docMk/>
          <pc:sldMk cId="2266640678" sldId="271"/>
        </pc:sldMkLst>
        <pc:spChg chg="mod">
          <ac:chgData name="Simon Lu" userId="9a1734b0deea51e4" providerId="LiveId" clId="{38FEDE10-532A-4CDB-A404-D2858FBA18BD}" dt="2021-06-07T13:14:30.556" v="251" actId="20577"/>
          <ac:spMkLst>
            <pc:docMk/>
            <pc:sldMk cId="2266640678" sldId="271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13:52.646" v="245" actId="1076"/>
          <ac:spMkLst>
            <pc:docMk/>
            <pc:sldMk cId="2266640678" sldId="271"/>
            <ac:spMk id="7" creationId="{00000000-0000-0000-0000-000000000000}"/>
          </ac:spMkLst>
        </pc:spChg>
        <pc:spChg chg="mod">
          <ac:chgData name="Simon Lu" userId="9a1734b0deea51e4" providerId="LiveId" clId="{38FEDE10-532A-4CDB-A404-D2858FBA18BD}" dt="2021-06-07T13:13:33.791" v="241" actId="1037"/>
          <ac:spMkLst>
            <pc:docMk/>
            <pc:sldMk cId="2266640678" sldId="271"/>
            <ac:spMk id="8" creationId="{57CA244E-FB01-493A-8F7C-4C34448A6BA5}"/>
          </ac:spMkLst>
        </pc:spChg>
        <pc:grpChg chg="add mod">
          <ac:chgData name="Simon Lu" userId="9a1734b0deea51e4" providerId="LiveId" clId="{38FEDE10-532A-4CDB-A404-D2858FBA18BD}" dt="2021-06-07T13:12:59.652" v="231"/>
          <ac:grpSpMkLst>
            <pc:docMk/>
            <pc:sldMk cId="2266640678" sldId="271"/>
            <ac:grpSpMk id="5" creationId="{82EB0EF6-BEE7-4649-A7E5-205A1D10ABDC}"/>
          </ac:grpSpMkLst>
        </pc:grpChg>
        <pc:picChg chg="mod">
          <ac:chgData name="Simon Lu" userId="9a1734b0deea51e4" providerId="LiveId" clId="{38FEDE10-532A-4CDB-A404-D2858FBA18BD}" dt="2021-06-07T13:13:08.109" v="233" actId="1076"/>
          <ac:picMkLst>
            <pc:docMk/>
            <pc:sldMk cId="2266640678" sldId="271"/>
            <ac:picMk id="3" creationId="{00000000-0000-0000-0000-000000000000}"/>
          </ac:picMkLst>
        </pc:picChg>
        <pc:picChg chg="mod">
          <ac:chgData name="Simon Lu" userId="9a1734b0deea51e4" providerId="LiveId" clId="{38FEDE10-532A-4CDB-A404-D2858FBA18BD}" dt="2021-06-07T13:12:59.652" v="231"/>
          <ac:picMkLst>
            <pc:docMk/>
            <pc:sldMk cId="2266640678" sldId="271"/>
            <ac:picMk id="6" creationId="{CBD3E2B0-D440-4B2F-926C-1CBF254944FE}"/>
          </ac:picMkLst>
        </pc:picChg>
      </pc:sldChg>
      <pc:sldChg chg="addSp modSp mod">
        <pc:chgData name="Simon Lu" userId="9a1734b0deea51e4" providerId="LiveId" clId="{38FEDE10-532A-4CDB-A404-D2858FBA18BD}" dt="2021-06-07T13:15:26.946" v="265" actId="1076"/>
        <pc:sldMkLst>
          <pc:docMk/>
          <pc:sldMk cId="1035652344" sldId="272"/>
        </pc:sldMkLst>
        <pc:spChg chg="mod">
          <ac:chgData name="Simon Lu" userId="9a1734b0deea51e4" providerId="LiveId" clId="{38FEDE10-532A-4CDB-A404-D2858FBA18BD}" dt="2021-06-07T13:14:37.813" v="253" actId="20577"/>
          <ac:spMkLst>
            <pc:docMk/>
            <pc:sldMk cId="1035652344" sldId="272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14:59.007" v="257" actId="1076"/>
          <ac:spMkLst>
            <pc:docMk/>
            <pc:sldMk cId="1035652344" sldId="272"/>
            <ac:spMk id="7" creationId="{00000000-0000-0000-0000-000000000000}"/>
          </ac:spMkLst>
        </pc:spChg>
        <pc:spChg chg="mod">
          <ac:chgData name="Simon Lu" userId="9a1734b0deea51e4" providerId="LiveId" clId="{38FEDE10-532A-4CDB-A404-D2858FBA18BD}" dt="2021-06-07T13:14:47.700" v="254" actId="1076"/>
          <ac:spMkLst>
            <pc:docMk/>
            <pc:sldMk cId="1035652344" sldId="272"/>
            <ac:spMk id="9" creationId="{98CB2EA0-BE29-4487-B498-24F0B5F2467D}"/>
          </ac:spMkLst>
        </pc:spChg>
        <pc:grpChg chg="add mod">
          <ac:chgData name="Simon Lu" userId="9a1734b0deea51e4" providerId="LiveId" clId="{38FEDE10-532A-4CDB-A404-D2858FBA18BD}" dt="2021-06-07T13:14:08.534" v="248"/>
          <ac:grpSpMkLst>
            <pc:docMk/>
            <pc:sldMk cId="1035652344" sldId="272"/>
            <ac:grpSpMk id="6" creationId="{5E67FAB6-46B4-4859-ACA3-279703841012}"/>
          </ac:grpSpMkLst>
        </pc:grpChg>
        <pc:picChg chg="mod">
          <ac:chgData name="Simon Lu" userId="9a1734b0deea51e4" providerId="LiveId" clId="{38FEDE10-532A-4CDB-A404-D2858FBA18BD}" dt="2021-06-07T13:15:21.031" v="263" actId="1076"/>
          <ac:picMkLst>
            <pc:docMk/>
            <pc:sldMk cId="1035652344" sldId="272"/>
            <ac:picMk id="3" creationId="{00000000-0000-0000-0000-000000000000}"/>
          </ac:picMkLst>
        </pc:picChg>
        <pc:picChg chg="mod">
          <ac:chgData name="Simon Lu" userId="9a1734b0deea51e4" providerId="LiveId" clId="{38FEDE10-532A-4CDB-A404-D2858FBA18BD}" dt="2021-06-07T13:15:26.946" v="265" actId="1076"/>
          <ac:picMkLst>
            <pc:docMk/>
            <pc:sldMk cId="1035652344" sldId="272"/>
            <ac:picMk id="4" creationId="{00000000-0000-0000-0000-000000000000}"/>
          </ac:picMkLst>
        </pc:picChg>
        <pc:picChg chg="mod">
          <ac:chgData name="Simon Lu" userId="9a1734b0deea51e4" providerId="LiveId" clId="{38FEDE10-532A-4CDB-A404-D2858FBA18BD}" dt="2021-06-07T13:14:08.534" v="248"/>
          <ac:picMkLst>
            <pc:docMk/>
            <pc:sldMk cId="1035652344" sldId="272"/>
            <ac:picMk id="8" creationId="{F0554477-2C16-4080-81FB-65CF0E5A89FA}"/>
          </ac:picMkLst>
        </pc:picChg>
      </pc:sldChg>
      <pc:sldChg chg="addSp modSp mod">
        <pc:chgData name="Simon Lu" userId="9a1734b0deea51e4" providerId="LiveId" clId="{38FEDE10-532A-4CDB-A404-D2858FBA18BD}" dt="2021-06-07T13:21:44.960" v="363" actId="20577"/>
        <pc:sldMkLst>
          <pc:docMk/>
          <pc:sldMk cId="375290503" sldId="273"/>
        </pc:sldMkLst>
        <pc:spChg chg="mod">
          <ac:chgData name="Simon Lu" userId="9a1734b0deea51e4" providerId="LiveId" clId="{38FEDE10-532A-4CDB-A404-D2858FBA18BD}" dt="2021-06-07T13:21:44.960" v="363" actId="20577"/>
          <ac:spMkLst>
            <pc:docMk/>
            <pc:sldMk cId="375290503" sldId="273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15:53.959" v="269" actId="207"/>
          <ac:spMkLst>
            <pc:docMk/>
            <pc:sldMk cId="375290503" sldId="273"/>
            <ac:spMk id="7" creationId="{00000000-0000-0000-0000-000000000000}"/>
          </ac:spMkLst>
        </pc:spChg>
        <pc:spChg chg="mod">
          <ac:chgData name="Simon Lu" userId="9a1734b0deea51e4" providerId="LiveId" clId="{38FEDE10-532A-4CDB-A404-D2858FBA18BD}" dt="2021-06-07T13:15:46.622" v="267" actId="1076"/>
          <ac:spMkLst>
            <pc:docMk/>
            <pc:sldMk cId="375290503" sldId="273"/>
            <ac:spMk id="8" creationId="{6765EE2F-FF47-4E0D-B03C-B4BB32788DAC}"/>
          </ac:spMkLst>
        </pc:spChg>
        <pc:grpChg chg="add mod">
          <ac:chgData name="Simon Lu" userId="9a1734b0deea51e4" providerId="LiveId" clId="{38FEDE10-532A-4CDB-A404-D2858FBA18BD}" dt="2021-06-07T13:15:38.585" v="266"/>
          <ac:grpSpMkLst>
            <pc:docMk/>
            <pc:sldMk cId="375290503" sldId="273"/>
            <ac:grpSpMk id="5" creationId="{FB6F6A53-CEB1-4F33-B56D-3C6A280BD957}"/>
          </ac:grpSpMkLst>
        </pc:grpChg>
        <pc:picChg chg="mod">
          <ac:chgData name="Simon Lu" userId="9a1734b0deea51e4" providerId="LiveId" clId="{38FEDE10-532A-4CDB-A404-D2858FBA18BD}" dt="2021-06-07T13:15:59.083" v="270" actId="1076"/>
          <ac:picMkLst>
            <pc:docMk/>
            <pc:sldMk cId="375290503" sldId="273"/>
            <ac:picMk id="3" creationId="{00000000-0000-0000-0000-000000000000}"/>
          </ac:picMkLst>
        </pc:picChg>
        <pc:picChg chg="mod">
          <ac:chgData name="Simon Lu" userId="9a1734b0deea51e4" providerId="LiveId" clId="{38FEDE10-532A-4CDB-A404-D2858FBA18BD}" dt="2021-06-07T13:15:38.585" v="266"/>
          <ac:picMkLst>
            <pc:docMk/>
            <pc:sldMk cId="375290503" sldId="273"/>
            <ac:picMk id="6" creationId="{50522B56-D92D-4529-BACB-01E6153A178B}"/>
          </ac:picMkLst>
        </pc:picChg>
      </pc:sldChg>
      <pc:sldChg chg="del">
        <pc:chgData name="Simon Lu" userId="9a1734b0deea51e4" providerId="LiveId" clId="{38FEDE10-532A-4CDB-A404-D2858FBA18BD}" dt="2021-06-07T13:16:07.042" v="271" actId="47"/>
        <pc:sldMkLst>
          <pc:docMk/>
          <pc:sldMk cId="3952994456" sldId="274"/>
        </pc:sldMkLst>
      </pc:sldChg>
      <pc:sldChg chg="addSp delSp del mod">
        <pc:chgData name="Simon Lu" userId="9a1734b0deea51e4" providerId="LiveId" clId="{38FEDE10-532A-4CDB-A404-D2858FBA18BD}" dt="2021-06-07T13:22:07.779" v="364" actId="47"/>
        <pc:sldMkLst>
          <pc:docMk/>
          <pc:sldMk cId="1119425169" sldId="275"/>
        </pc:sldMkLst>
        <pc:spChg chg="add del">
          <ac:chgData name="Simon Lu" userId="9a1734b0deea51e4" providerId="LiveId" clId="{38FEDE10-532A-4CDB-A404-D2858FBA18BD}" dt="2021-06-07T13:17:08.301" v="292" actId="22"/>
          <ac:spMkLst>
            <pc:docMk/>
            <pc:sldMk cId="1119425169" sldId="275"/>
            <ac:spMk id="6" creationId="{A6C88FD3-798B-4A0D-BDC7-8202FE0CB594}"/>
          </ac:spMkLst>
        </pc:spChg>
      </pc:sldChg>
      <pc:sldChg chg="addSp modSp mod">
        <pc:chgData name="Simon Lu" userId="9a1734b0deea51e4" providerId="LiveId" clId="{38FEDE10-532A-4CDB-A404-D2858FBA18BD}" dt="2021-06-07T13:22:10.555" v="366" actId="20577"/>
        <pc:sldMkLst>
          <pc:docMk/>
          <pc:sldMk cId="2717082148" sldId="276"/>
        </pc:sldMkLst>
        <pc:spChg chg="mod">
          <ac:chgData name="Simon Lu" userId="9a1734b0deea51e4" providerId="LiveId" clId="{38FEDE10-532A-4CDB-A404-D2858FBA18BD}" dt="2021-06-07T13:22:10.555" v="366" actId="20577"/>
          <ac:spMkLst>
            <pc:docMk/>
            <pc:sldMk cId="2717082148" sldId="276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18:15.156" v="324" actId="14100"/>
          <ac:spMkLst>
            <pc:docMk/>
            <pc:sldMk cId="2717082148" sldId="276"/>
            <ac:spMk id="7" creationId="{00000000-0000-0000-0000-000000000000}"/>
          </ac:spMkLst>
        </pc:spChg>
        <pc:spChg chg="mod">
          <ac:chgData name="Simon Lu" userId="9a1734b0deea51e4" providerId="LiveId" clId="{38FEDE10-532A-4CDB-A404-D2858FBA18BD}" dt="2021-06-07T13:18:04.949" v="323" actId="207"/>
          <ac:spMkLst>
            <pc:docMk/>
            <pc:sldMk cId="2717082148" sldId="276"/>
            <ac:spMk id="8" creationId="{00000000-0000-0000-0000-000000000000}"/>
          </ac:spMkLst>
        </pc:spChg>
        <pc:spChg chg="mod">
          <ac:chgData name="Simon Lu" userId="9a1734b0deea51e4" providerId="LiveId" clId="{38FEDE10-532A-4CDB-A404-D2858FBA18BD}" dt="2021-06-07T13:18:04.949" v="323" actId="207"/>
          <ac:spMkLst>
            <pc:docMk/>
            <pc:sldMk cId="2717082148" sldId="276"/>
            <ac:spMk id="9" creationId="{00000000-0000-0000-0000-000000000000}"/>
          </ac:spMkLst>
        </pc:spChg>
        <pc:spChg chg="mod">
          <ac:chgData name="Simon Lu" userId="9a1734b0deea51e4" providerId="LiveId" clId="{38FEDE10-532A-4CDB-A404-D2858FBA18BD}" dt="2021-06-07T13:17:39.709" v="318" actId="1038"/>
          <ac:spMkLst>
            <pc:docMk/>
            <pc:sldMk cId="2717082148" sldId="276"/>
            <ac:spMk id="12" creationId="{E3046845-B04B-4CDB-8BCD-6E32C3409195}"/>
          </ac:spMkLst>
        </pc:spChg>
        <pc:grpChg chg="add mod">
          <ac:chgData name="Simon Lu" userId="9a1734b0deea51e4" providerId="LiveId" clId="{38FEDE10-532A-4CDB-A404-D2858FBA18BD}" dt="2021-06-07T13:17:18.610" v="293"/>
          <ac:grpSpMkLst>
            <pc:docMk/>
            <pc:sldMk cId="2717082148" sldId="276"/>
            <ac:grpSpMk id="10" creationId="{CC2BDD3F-A054-4586-8BA5-865DD54A21F9}"/>
          </ac:grpSpMkLst>
        </pc:grpChg>
        <pc:picChg chg="mod">
          <ac:chgData name="Simon Lu" userId="9a1734b0deea51e4" providerId="LiveId" clId="{38FEDE10-532A-4CDB-A404-D2858FBA18BD}" dt="2021-06-07T13:18:04.949" v="323" actId="207"/>
          <ac:picMkLst>
            <pc:docMk/>
            <pc:sldMk cId="2717082148" sldId="276"/>
            <ac:picMk id="4" creationId="{00000000-0000-0000-0000-000000000000}"/>
          </ac:picMkLst>
        </pc:picChg>
        <pc:picChg chg="mod">
          <ac:chgData name="Simon Lu" userId="9a1734b0deea51e4" providerId="LiveId" clId="{38FEDE10-532A-4CDB-A404-D2858FBA18BD}" dt="2021-06-07T13:18:04.949" v="323" actId="207"/>
          <ac:picMkLst>
            <pc:docMk/>
            <pc:sldMk cId="2717082148" sldId="276"/>
            <ac:picMk id="5" creationId="{00000000-0000-0000-0000-000000000000}"/>
          </ac:picMkLst>
        </pc:picChg>
        <pc:picChg chg="mod">
          <ac:chgData name="Simon Lu" userId="9a1734b0deea51e4" providerId="LiveId" clId="{38FEDE10-532A-4CDB-A404-D2858FBA18BD}" dt="2021-06-07T13:17:18.610" v="293"/>
          <ac:picMkLst>
            <pc:docMk/>
            <pc:sldMk cId="2717082148" sldId="276"/>
            <ac:picMk id="11" creationId="{EAD18BFF-14B2-4BF6-83E7-AF70BB7718F5}"/>
          </ac:picMkLst>
        </pc:picChg>
      </pc:sldChg>
      <pc:sldChg chg="del">
        <pc:chgData name="Simon Lu" userId="9a1734b0deea51e4" providerId="LiveId" clId="{38FEDE10-532A-4CDB-A404-D2858FBA18BD}" dt="2021-06-07T13:18:30.561" v="325" actId="47"/>
        <pc:sldMkLst>
          <pc:docMk/>
          <pc:sldMk cId="3014314655" sldId="277"/>
        </pc:sldMkLst>
      </pc:sldChg>
      <pc:sldChg chg="addSp modSp mod">
        <pc:chgData name="Simon Lu" userId="9a1734b0deea51e4" providerId="LiveId" clId="{38FEDE10-532A-4CDB-A404-D2858FBA18BD}" dt="2021-06-07T13:22:20.515" v="369" actId="20577"/>
        <pc:sldMkLst>
          <pc:docMk/>
          <pc:sldMk cId="2483561720" sldId="278"/>
        </pc:sldMkLst>
        <pc:spChg chg="mod">
          <ac:chgData name="Simon Lu" userId="9a1734b0deea51e4" providerId="LiveId" clId="{38FEDE10-532A-4CDB-A404-D2858FBA18BD}" dt="2021-06-07T13:22:20.515" v="369" actId="20577"/>
          <ac:spMkLst>
            <pc:docMk/>
            <pc:sldMk cId="2483561720" sldId="278"/>
            <ac:spMk id="2" creationId="{00000000-0000-0000-0000-000000000000}"/>
          </ac:spMkLst>
        </pc:spChg>
        <pc:spChg chg="mod">
          <ac:chgData name="Simon Lu" userId="9a1734b0deea51e4" providerId="LiveId" clId="{38FEDE10-532A-4CDB-A404-D2858FBA18BD}" dt="2021-06-07T13:19:38.637" v="351" actId="207"/>
          <ac:spMkLst>
            <pc:docMk/>
            <pc:sldMk cId="2483561720" sldId="278"/>
            <ac:spMk id="7" creationId="{00000000-0000-0000-0000-000000000000}"/>
          </ac:spMkLst>
        </pc:spChg>
        <pc:spChg chg="mod">
          <ac:chgData name="Simon Lu" userId="9a1734b0deea51e4" providerId="LiveId" clId="{38FEDE10-532A-4CDB-A404-D2858FBA18BD}" dt="2021-06-07T13:19:34.439" v="350" actId="1037"/>
          <ac:spMkLst>
            <pc:docMk/>
            <pc:sldMk cId="2483561720" sldId="278"/>
            <ac:spMk id="8" creationId="{1D65E562-1510-49DF-9301-A4FA607DC38C}"/>
          </ac:spMkLst>
        </pc:spChg>
        <pc:grpChg chg="add mod">
          <ac:chgData name="Simon Lu" userId="9a1734b0deea51e4" providerId="LiveId" clId="{38FEDE10-532A-4CDB-A404-D2858FBA18BD}" dt="2021-06-07T13:19:25.635" v="335"/>
          <ac:grpSpMkLst>
            <pc:docMk/>
            <pc:sldMk cId="2483561720" sldId="278"/>
            <ac:grpSpMk id="5" creationId="{C0814FBE-4461-4EFB-AE76-6D8784E7932C}"/>
          </ac:grpSpMkLst>
        </pc:grpChg>
        <pc:picChg chg="mod">
          <ac:chgData name="Simon Lu" userId="9a1734b0deea51e4" providerId="LiveId" clId="{38FEDE10-532A-4CDB-A404-D2858FBA18BD}" dt="2021-06-07T13:19:25.635" v="335"/>
          <ac:picMkLst>
            <pc:docMk/>
            <pc:sldMk cId="2483561720" sldId="278"/>
            <ac:picMk id="6" creationId="{5367C282-CAD1-4487-B2C0-719A3E80525C}"/>
          </ac:picMkLst>
        </pc:picChg>
      </pc:sldChg>
      <pc:sldChg chg="modSp del mod">
        <pc:chgData name="Simon Lu" userId="9a1734b0deea51e4" providerId="LiveId" clId="{38FEDE10-532A-4CDB-A404-D2858FBA18BD}" dt="2021-06-07T13:22:17.128" v="367" actId="47"/>
        <pc:sldMkLst>
          <pc:docMk/>
          <pc:sldMk cId="2518102325" sldId="279"/>
        </pc:sldMkLst>
        <pc:spChg chg="mod">
          <ac:chgData name="Simon Lu" userId="9a1734b0deea51e4" providerId="LiveId" clId="{38FEDE10-532A-4CDB-A404-D2858FBA18BD}" dt="2021-06-07T13:19:00.260" v="328" actId="1076"/>
          <ac:spMkLst>
            <pc:docMk/>
            <pc:sldMk cId="2518102325" sldId="279"/>
            <ac:spMk id="2" creationId="{00000000-0000-0000-0000-000000000000}"/>
          </ac:spMkLst>
        </pc:spChg>
      </pc:sldChg>
      <pc:sldChg chg="del">
        <pc:chgData name="Simon Lu" userId="9a1734b0deea51e4" providerId="LiveId" clId="{38FEDE10-532A-4CDB-A404-D2858FBA18BD}" dt="2021-06-07T13:19:43.915" v="352" actId="47"/>
        <pc:sldMkLst>
          <pc:docMk/>
          <pc:sldMk cId="1754979488" sldId="280"/>
        </pc:sldMkLst>
      </pc:sldChg>
      <pc:sldChg chg="del">
        <pc:chgData name="Simon Lu" userId="9a1734b0deea51e4" providerId="LiveId" clId="{38FEDE10-532A-4CDB-A404-D2858FBA18BD}" dt="2021-06-07T12:55:30.938" v="0" actId="47"/>
        <pc:sldMkLst>
          <pc:docMk/>
          <pc:sldMk cId="4278480079" sldId="281"/>
        </pc:sldMkLst>
      </pc:sldChg>
      <pc:sldChg chg="modSp mod">
        <pc:chgData name="Simon Lu" userId="9a1734b0deea51e4" providerId="LiveId" clId="{38FEDE10-532A-4CDB-A404-D2858FBA18BD}" dt="2021-06-07T12:59:05.691" v="17" actId="404"/>
        <pc:sldMkLst>
          <pc:docMk/>
          <pc:sldMk cId="3048738091" sldId="282"/>
        </pc:sldMkLst>
        <pc:graphicFrameChg chg="mod modGraphic">
          <ac:chgData name="Simon Lu" userId="9a1734b0deea51e4" providerId="LiveId" clId="{38FEDE10-532A-4CDB-A404-D2858FBA18BD}" dt="2021-06-07T12:59:05.691" v="17" actId="404"/>
          <ac:graphicFrameMkLst>
            <pc:docMk/>
            <pc:sldMk cId="3048738091" sldId="282"/>
            <ac:graphicFrameMk id="5" creationId="{00000000-0000-0000-0000-000000000000}"/>
          </ac:graphicFrameMkLst>
        </pc:graphicFrameChg>
      </pc:sldChg>
      <pc:sldChg chg="del">
        <pc:chgData name="Simon Lu" userId="9a1734b0deea51e4" providerId="LiveId" clId="{38FEDE10-532A-4CDB-A404-D2858FBA18BD}" dt="2021-06-07T13:19:53.109" v="353" actId="47"/>
        <pc:sldMkLst>
          <pc:docMk/>
          <pc:sldMk cId="1679556211" sldId="285"/>
        </pc:sldMkLst>
      </pc:sldChg>
      <pc:sldChg chg="modSp mod">
        <pc:chgData name="Simon Lu" userId="9a1734b0deea51e4" providerId="LiveId" clId="{38FEDE10-532A-4CDB-A404-D2858FBA18BD}" dt="2021-06-07T13:20:56.272" v="361" actId="20577"/>
        <pc:sldMkLst>
          <pc:docMk/>
          <pc:sldMk cId="0" sldId="548"/>
        </pc:sldMkLst>
        <pc:spChg chg="mod">
          <ac:chgData name="Simon Lu" userId="9a1734b0deea51e4" providerId="LiveId" clId="{38FEDE10-532A-4CDB-A404-D2858FBA18BD}" dt="2021-06-07T13:20:23.558" v="357" actId="14100"/>
          <ac:spMkLst>
            <pc:docMk/>
            <pc:sldMk cId="0" sldId="548"/>
            <ac:spMk id="2" creationId="{01235F00-1DDB-4D06-AA3A-8A1DAF45F6D5}"/>
          </ac:spMkLst>
        </pc:spChg>
        <pc:spChg chg="mod">
          <ac:chgData name="Simon Lu" userId="9a1734b0deea51e4" providerId="LiveId" clId="{38FEDE10-532A-4CDB-A404-D2858FBA18BD}" dt="2021-06-07T13:20:56.272" v="361" actId="20577"/>
          <ac:spMkLst>
            <pc:docMk/>
            <pc:sldMk cId="0" sldId="548"/>
            <ac:spMk id="146" creationId="{00000000-0000-0000-0000-000000000000}"/>
          </ac:spMkLst>
        </pc:spChg>
      </pc:sldChg>
      <pc:sldChg chg="del">
        <pc:chgData name="Simon Lu" userId="9a1734b0deea51e4" providerId="LiveId" clId="{38FEDE10-532A-4CDB-A404-D2858FBA18BD}" dt="2021-06-07T13:19:53.825" v="354" actId="47"/>
        <pc:sldMkLst>
          <pc:docMk/>
          <pc:sldMk cId="569301502" sldId="606"/>
        </pc:sldMkLst>
      </pc:sldChg>
      <pc:sldChg chg="del">
        <pc:chgData name="Simon Lu" userId="9a1734b0deea51e4" providerId="LiveId" clId="{38FEDE10-532A-4CDB-A404-D2858FBA18BD}" dt="2021-06-07T13:19:58.599" v="355" actId="47"/>
        <pc:sldMkLst>
          <pc:docMk/>
          <pc:sldMk cId="3787581648" sldId="608"/>
        </pc:sldMkLst>
      </pc:sldChg>
      <pc:sldChg chg="modSp mod">
        <pc:chgData name="Simon Lu" userId="9a1734b0deea51e4" providerId="LiveId" clId="{38FEDE10-532A-4CDB-A404-D2858FBA18BD}" dt="2021-06-07T12:56:59.324" v="8" actId="14100"/>
        <pc:sldMkLst>
          <pc:docMk/>
          <pc:sldMk cId="1645843869" sldId="609"/>
        </pc:sldMkLst>
        <pc:spChg chg="mod">
          <ac:chgData name="Simon Lu" userId="9a1734b0deea51e4" providerId="LiveId" clId="{38FEDE10-532A-4CDB-A404-D2858FBA18BD}" dt="2021-06-07T12:55:53.348" v="1"/>
          <ac:spMkLst>
            <pc:docMk/>
            <pc:sldMk cId="1645843869" sldId="609"/>
            <ac:spMk id="2" creationId="{A32976B3-0BBF-4CF6-92AF-A229F37E547C}"/>
          </ac:spMkLst>
        </pc:spChg>
        <pc:grpChg chg="mod">
          <ac:chgData name="Simon Lu" userId="9a1734b0deea51e4" providerId="LiveId" clId="{38FEDE10-532A-4CDB-A404-D2858FBA18BD}" dt="2021-06-07T12:56:59.324" v="8" actId="14100"/>
          <ac:grpSpMkLst>
            <pc:docMk/>
            <pc:sldMk cId="1645843869" sldId="609"/>
            <ac:grpSpMk id="123" creationId="{07F9B60B-1CF9-4C94-9D35-D028F4364838}"/>
          </ac:grpSpMkLst>
        </pc:grpChg>
      </pc:sldChg>
    </pc:docChg>
  </pc:docChgLst>
  <pc:docChgLst>
    <pc:chgData name="蔡儒維" userId="S::roy.tsai@harbortech.com.tw::7c11e230-0853-409f-acdd-fa588e1ae016" providerId="AD" clId="Web-{EE1BD4B2-931C-ABAA-F055-56B900DB8567}"/>
    <pc:docChg chg="modSld">
      <pc:chgData name="蔡儒維" userId="S::roy.tsai@harbortech.com.tw::7c11e230-0853-409f-acdd-fa588e1ae016" providerId="AD" clId="Web-{EE1BD4B2-931C-ABAA-F055-56B900DB8567}" dt="2021-06-08T06:42:33.075" v="1"/>
      <pc:docMkLst>
        <pc:docMk/>
      </pc:docMkLst>
      <pc:sldChg chg="modSp">
        <pc:chgData name="蔡儒維" userId="S::roy.tsai@harbortech.com.tw::7c11e230-0853-409f-acdd-fa588e1ae016" providerId="AD" clId="Web-{EE1BD4B2-931C-ABAA-F055-56B900DB8567}" dt="2021-06-08T06:42:33.075" v="1"/>
        <pc:sldMkLst>
          <pc:docMk/>
          <pc:sldMk cId="3038166342" sldId="258"/>
        </pc:sldMkLst>
        <pc:spChg chg="mod">
          <ac:chgData name="蔡儒維" userId="S::roy.tsai@harbortech.com.tw::7c11e230-0853-409f-acdd-fa588e1ae016" providerId="AD" clId="Web-{EE1BD4B2-931C-ABAA-F055-56B900DB8567}" dt="2021-06-08T06:42:33.075" v="1"/>
          <ac:spMkLst>
            <pc:docMk/>
            <pc:sldMk cId="3038166342" sldId="258"/>
            <ac:spMk id="7" creationId="{00000000-0000-0000-0000-000000000000}"/>
          </ac:spMkLst>
        </pc:spChg>
      </pc:sldChg>
      <pc:sldChg chg="modSp">
        <pc:chgData name="蔡儒維" userId="S::roy.tsai@harbortech.com.tw::7c11e230-0853-409f-acdd-fa588e1ae016" providerId="AD" clId="Web-{EE1BD4B2-931C-ABAA-F055-56B900DB8567}" dt="2021-06-08T06:42:29.325" v="0"/>
        <pc:sldMkLst>
          <pc:docMk/>
          <pc:sldMk cId="2021872012" sldId="266"/>
        </pc:sldMkLst>
        <pc:spChg chg="mod">
          <ac:chgData name="蔡儒維" userId="S::roy.tsai@harbortech.com.tw::7c11e230-0853-409f-acdd-fa588e1ae016" providerId="AD" clId="Web-{EE1BD4B2-931C-ABAA-F055-56B900DB8567}" dt="2021-06-08T06:42:29.325" v="0"/>
          <ac:spMkLst>
            <pc:docMk/>
            <pc:sldMk cId="2021872012" sldId="266"/>
            <ac:spMk id="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A0F78EA-2533-49A6-AC45-FDA9E6F95C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13D76DB-23CE-4DBC-93A9-42931C85DF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F1FF7-CF01-440A-BF4E-91CE54664149}" type="datetimeFigureOut">
              <a:rPr lang="zh-TW" altLang="en-US" smtClean="0"/>
              <a:pPr/>
              <a:t>2021/6/7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2A161E-7942-4C4C-B93A-52353F1E50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693920-47CF-4204-9B36-69B975F9CC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26785-973A-4C3B-B9EE-282DF00363F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55878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5111038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封面" preserve="1" userDrawn="1">
  <p:cSld name="1_封面">
    <p:bg>
      <p:bgPr>
        <a:solidFill>
          <a:schemeClr val="bg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94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&amp;內容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版面配置區 1"/>
          <p:cNvSpPr>
            <a:spLocks noGrp="1"/>
          </p:cNvSpPr>
          <p:nvPr>
            <p:ph type="title"/>
          </p:nvPr>
        </p:nvSpPr>
        <p:spPr>
          <a:xfrm>
            <a:off x="838200" y="201835"/>
            <a:ext cx="10487685" cy="83584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>
          <a:xfrm>
            <a:off x="838200" y="1233377"/>
            <a:ext cx="10515600" cy="515678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FFC000"/>
              </a:buClr>
              <a:buFont typeface="Wingdings" pitchFamily="2" charset="2"/>
              <a:buChar char="n"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Font typeface="Calibri" pitchFamily="34" charset="0"/>
              <a:buChar char="•"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Font typeface="微軟正黑體" pitchFamily="34" charset="-120"/>
              <a:buChar char="─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ü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4pPr>
            <a:lvl5pPr>
              <a:spcBef>
                <a:spcPts val="300"/>
              </a:spcBef>
              <a:buClr>
                <a:srgbClr val="C00000"/>
              </a:buClr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2505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68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版面配置區 1"/>
          <p:cNvSpPr>
            <a:spLocks noGrp="1"/>
          </p:cNvSpPr>
          <p:nvPr>
            <p:ph type="title"/>
          </p:nvPr>
        </p:nvSpPr>
        <p:spPr>
          <a:xfrm>
            <a:off x="838200" y="201835"/>
            <a:ext cx="10487685" cy="83584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0106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681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20287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面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1B1A8E-03BF-5D4F-BEDD-306C6A72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投影片編號版面配置區 10"/>
          <p:cNvSpPr>
            <a:spLocks noGrp="1"/>
          </p:cNvSpPr>
          <p:nvPr>
            <p:ph type="sldNum" sz="quarter" idx="4"/>
          </p:nvPr>
        </p:nvSpPr>
        <p:spPr>
          <a:xfrm>
            <a:off x="11274583" y="6416561"/>
            <a:ext cx="7740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283B0F6C-51F6-4F8C-B344-CCC1296A1E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446155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版面配置區 8"/>
          <p:cNvSpPr>
            <a:spLocks noGrp="1"/>
          </p:cNvSpPr>
          <p:nvPr>
            <p:ph type="body" sz="quarter" idx="10"/>
          </p:nvPr>
        </p:nvSpPr>
        <p:spPr>
          <a:xfrm>
            <a:off x="1569268" y="3277355"/>
            <a:ext cx="9005181" cy="1067334"/>
          </a:xfrm>
        </p:spPr>
        <p:txBody>
          <a:bodyPr>
            <a:noAutofit/>
          </a:bodyPr>
          <a:lstStyle>
            <a:lvl1pPr algn="ctr">
              <a:defRPr sz="4000"/>
            </a:lvl1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204234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6E1CA-0100-4605-BA55-0BC091D5750D}" type="datetimeFigureOut">
              <a:rPr lang="zh-TW" altLang="en-US" smtClean="0"/>
              <a:t>2021/6/7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A5372-247A-4AE9-87BD-CF4703C7C5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545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9">
            <a:extLst>
              <a:ext uri="{FF2B5EF4-FFF2-40B4-BE49-F238E27FC236}">
                <a16:creationId xmlns:a16="http://schemas.microsoft.com/office/drawing/2014/main" id="{94459DC3-4878-4244-8BDB-80DCAC82BF71}"/>
              </a:ext>
            </a:extLst>
          </p:cNvPr>
          <p:cNvSpPr/>
          <p:nvPr userDrawn="1"/>
        </p:nvSpPr>
        <p:spPr>
          <a:xfrm>
            <a:off x="0" y="6432629"/>
            <a:ext cx="12192000" cy="441443"/>
          </a:xfrm>
          <a:prstGeom prst="rect">
            <a:avLst/>
          </a:prstGeom>
          <a:solidFill>
            <a:srgbClr val="1E2E63"/>
          </a:solidFill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07FA379-4069-4703-B9D9-6A8E77B3F1F8}"/>
              </a:ext>
            </a:extLst>
          </p:cNvPr>
          <p:cNvSpPr/>
          <p:nvPr userDrawn="1"/>
        </p:nvSpPr>
        <p:spPr>
          <a:xfrm rot="16200000">
            <a:off x="11143090" y="5809090"/>
            <a:ext cx="604684" cy="1493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C917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505046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endParaRPr dirty="0"/>
          </a:p>
        </p:txBody>
      </p:sp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838200" y="201613"/>
            <a:ext cx="10505792" cy="836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838200" y="1511300"/>
            <a:ext cx="10515600" cy="4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60680" algn="l" rtl="0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C7381C"/>
              </a:buClr>
              <a:buSzPts val="208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11480" algn="l" rtl="0">
              <a:lnSpc>
                <a:spcPct val="116666"/>
              </a:lnSpc>
              <a:spcBef>
                <a:spcPts val="1000"/>
              </a:spcBef>
              <a:spcAft>
                <a:spcPts val="0"/>
              </a:spcAft>
              <a:buClr>
                <a:srgbClr val="C7381C"/>
              </a:buClr>
              <a:buSzPts val="2880"/>
              <a:buFont typeface="Calibri"/>
              <a:buChar char="›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683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C7381C"/>
              </a:buClr>
              <a:buSzPts val="2200"/>
              <a:buFont typeface="Calibri"/>
              <a:buChar char="─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0039" algn="l" rtl="0">
              <a:lnSpc>
                <a:spcPct val="155555"/>
              </a:lnSpc>
              <a:spcBef>
                <a:spcPts val="1000"/>
              </a:spcBef>
              <a:spcAft>
                <a:spcPts val="0"/>
              </a:spcAft>
              <a:buClr>
                <a:srgbClr val="C7381C"/>
              </a:buClr>
              <a:buSzPts val="144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09879" algn="l" rtl="0">
              <a:lnSpc>
                <a:spcPct val="175000"/>
              </a:lnSpc>
              <a:spcBef>
                <a:spcPts val="1000"/>
              </a:spcBef>
              <a:spcAft>
                <a:spcPts val="0"/>
              </a:spcAft>
              <a:buClr>
                <a:srgbClr val="C7381C"/>
              </a:buClr>
              <a:buSzPts val="128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sp>
        <p:nvSpPr>
          <p:cNvPr id="9" name="Shape 16"/>
          <p:cNvSpPr txBox="1">
            <a:spLocks/>
          </p:cNvSpPr>
          <p:nvPr userDrawn="1"/>
        </p:nvSpPr>
        <p:spPr>
          <a:xfrm>
            <a:off x="11591961" y="6499497"/>
            <a:ext cx="560387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TW" sz="10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Helvetica Neue"/>
              <a:cs typeface="Arial" pitchFamily="34" charset="0"/>
              <a:sym typeface="Helvetica Neue"/>
            </a:endParaRPr>
          </a:p>
        </p:txBody>
      </p:sp>
      <p:sp>
        <p:nvSpPr>
          <p:cNvPr id="27650" name="AutoShape 2" descr="「aia人工智慧學校 logo」的圖片搜尋結果&quot;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7652" name="AutoShape 4" descr="「aia人工智慧學校 logo」的圖片搜尋結果&quot;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7654" name="AutoShape 6" descr="「aia人工智慧學校 logo」的圖片搜尋結果&quot;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1D8739-7276-49BF-81BF-AF35FF6C404E}"/>
              </a:ext>
            </a:extLst>
          </p:cNvPr>
          <p:cNvSpPr/>
          <p:nvPr userDrawn="1"/>
        </p:nvSpPr>
        <p:spPr>
          <a:xfrm>
            <a:off x="307975" y="6530239"/>
            <a:ext cx="90912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TW" sz="1200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© 2020  Harbor Technology Solutions Co., Ltd.      Confidential &amp; Proprietary All Rights Reserved.</a:t>
            </a:r>
            <a:r>
              <a:rPr lang="zh-TW" altLang="en-US" sz="1200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         </a:t>
            </a:r>
            <a:r>
              <a:rPr lang="zh-TW" altLang="en-US" sz="1200" dirty="0">
                <a:solidFill>
                  <a:schemeClr val="bg1"/>
                </a:solidFill>
                <a:latin typeface="+mn-ea"/>
                <a:ea typeface="+mn-ea"/>
              </a:rPr>
              <a:t>皓博科技股份有限公司</a:t>
            </a:r>
          </a:p>
        </p:txBody>
      </p:sp>
      <p:sp>
        <p:nvSpPr>
          <p:cNvPr id="17" name="Shape 50">
            <a:extLst>
              <a:ext uri="{FF2B5EF4-FFF2-40B4-BE49-F238E27FC236}">
                <a16:creationId xmlns:a16="http://schemas.microsoft.com/office/drawing/2014/main" id="{F4786857-0ADE-480E-982E-393AB074A15C}"/>
              </a:ext>
            </a:extLst>
          </p:cNvPr>
          <p:cNvSpPr txBox="1"/>
          <p:nvPr userDrawn="1"/>
        </p:nvSpPr>
        <p:spPr>
          <a:xfrm>
            <a:off x="8093588" y="6515962"/>
            <a:ext cx="1763091" cy="246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 numCol="1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zh-TW" altLang="en-US" dirty="0"/>
              <a:t> </a:t>
            </a:r>
            <a:endParaRPr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C55492-4B59-4F39-BBA0-30472B369644}"/>
              </a:ext>
            </a:extLst>
          </p:cNvPr>
          <p:cNvSpPr/>
          <p:nvPr userDrawn="1"/>
        </p:nvSpPr>
        <p:spPr>
          <a:xfrm>
            <a:off x="0" y="0"/>
            <a:ext cx="199422" cy="10382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6" r:id="rId1"/>
    <p:sldLayoutId id="2147483740" r:id="rId2"/>
    <p:sldLayoutId id="2147483757" r:id="rId3"/>
    <p:sldLayoutId id="2147483758" r:id="rId4"/>
    <p:sldLayoutId id="2147483755" r:id="rId5"/>
    <p:sldLayoutId id="2147483760" r:id="rId6"/>
    <p:sldLayoutId id="2147483761" r:id="rId7"/>
    <p:sldLayoutId id="2147483762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0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itchFamily="2" charset="2"/>
        <a:buChar char="n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17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大標題"/>
          <p:cNvSpPr txBox="1">
            <a:spLocks noGrp="1"/>
          </p:cNvSpPr>
          <p:nvPr>
            <p:ph type="ctrTitle" idx="4294967295"/>
          </p:nvPr>
        </p:nvSpPr>
        <p:spPr>
          <a:xfrm>
            <a:off x="10593388" y="5803900"/>
            <a:ext cx="1598612" cy="3778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TW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2021</a:t>
            </a:r>
            <a:r>
              <a:rPr lang="zh-TW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Jun</a:t>
            </a:r>
            <a:endParaRPr sz="2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20ACDE-BD22-4A5F-8A13-E1AAEEFA4348}"/>
              </a:ext>
            </a:extLst>
          </p:cNvPr>
          <p:cNvSpPr/>
          <p:nvPr/>
        </p:nvSpPr>
        <p:spPr>
          <a:xfrm>
            <a:off x="3786594" y="2571957"/>
            <a:ext cx="48873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4800" b="1" spc="400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公司簡介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1235F00-1DDB-4D06-AA3A-8A1DAF45F6D5}"/>
              </a:ext>
            </a:extLst>
          </p:cNvPr>
          <p:cNvSpPr txBox="1"/>
          <p:nvPr/>
        </p:nvSpPr>
        <p:spPr>
          <a:xfrm>
            <a:off x="3939118" y="3429000"/>
            <a:ext cx="3415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The</a:t>
            </a:r>
            <a:r>
              <a:rPr lang="zh-TW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 </a:t>
            </a:r>
            <a:r>
              <a:rPr lang="en-US" altLang="zh-TW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Vibration</a:t>
            </a:r>
            <a:r>
              <a:rPr lang="zh-TW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 </a:t>
            </a:r>
            <a:r>
              <a:rPr lang="en-US" altLang="zh-TW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Experts</a:t>
            </a:r>
            <a:r>
              <a:rPr lang="zh-TW" altLang="en-US" sz="28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4A95CB-CFAC-4AD4-ADCE-E6610C4B3CAB}"/>
              </a:ext>
            </a:extLst>
          </p:cNvPr>
          <p:cNvSpPr txBox="1"/>
          <p:nvPr/>
        </p:nvSpPr>
        <p:spPr>
          <a:xfrm>
            <a:off x="3438862" y="2588677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故障模式振動特徵分析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889A434-F460-463A-8D4D-8FB720AEC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51" y="442026"/>
            <a:ext cx="2670108" cy="7700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3615" y="101015"/>
            <a:ext cx="10505792" cy="83661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旋轉機械振動量測頻率分析</a:t>
            </a:r>
            <a:endParaRPr lang="zh-TW" altLang="en-US" dirty="0"/>
          </a:p>
        </p:txBody>
      </p:sp>
      <p:pic>
        <p:nvPicPr>
          <p:cNvPr id="3" name="圖片 2" descr="畫面剪輯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631" y="1922585"/>
            <a:ext cx="3457934" cy="237601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874727" y="4298603"/>
            <a:ext cx="2708367" cy="307775"/>
          </a:xfrm>
          <a:prstGeom prst="rect">
            <a:avLst/>
          </a:prstGeom>
          <a:solidFill>
            <a:schemeClr val="bg1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457189" hangingPunct="0"/>
            <a:r>
              <a:rPr lang="zh-TW" altLang="en-US" b="1" dirty="0">
                <a:latin typeface="+mj-lt"/>
                <a:ea typeface="+mj-ea"/>
                <a:cs typeface="+mj-cs"/>
                <a:sym typeface="Helvetica"/>
              </a:rPr>
              <a:t>設備異常產生之振動頻譜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10048"/>
              </p:ext>
            </p:extLst>
          </p:nvPr>
        </p:nvGraphicFramePr>
        <p:xfrm>
          <a:off x="496650" y="1404741"/>
          <a:ext cx="7959597" cy="404851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26305">
                  <a:extLst>
                    <a:ext uri="{9D8B030D-6E8A-4147-A177-3AD203B41FA5}">
                      <a16:colId xmlns:a16="http://schemas.microsoft.com/office/drawing/2014/main" val="1712602277"/>
                    </a:ext>
                  </a:extLst>
                </a:gridCol>
                <a:gridCol w="2579077">
                  <a:extLst>
                    <a:ext uri="{9D8B030D-6E8A-4147-A177-3AD203B41FA5}">
                      <a16:colId xmlns:a16="http://schemas.microsoft.com/office/drawing/2014/main" val="2973522300"/>
                    </a:ext>
                  </a:extLst>
                </a:gridCol>
                <a:gridCol w="1656861">
                  <a:extLst>
                    <a:ext uri="{9D8B030D-6E8A-4147-A177-3AD203B41FA5}">
                      <a16:colId xmlns:a16="http://schemas.microsoft.com/office/drawing/2014/main" val="3711108635"/>
                    </a:ext>
                  </a:extLst>
                </a:gridCol>
                <a:gridCol w="1297354">
                  <a:extLst>
                    <a:ext uri="{9D8B030D-6E8A-4147-A177-3AD203B41FA5}">
                      <a16:colId xmlns:a16="http://schemas.microsoft.com/office/drawing/2014/main" val="669552606"/>
                    </a:ext>
                  </a:extLst>
                </a:gridCol>
              </a:tblGrid>
              <a:tr h="549926">
                <a:tc rowSpan="4"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</a:rPr>
                        <a:t>設備異常原因與發生部位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轉子不平衡</a:t>
                      </a:r>
                      <a:endParaRPr lang="en-US" altLang="zh-TW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齒輪損傷</a:t>
                      </a:r>
                      <a:r>
                        <a:rPr lang="en-US" altLang="zh-TW" sz="14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algn="l"/>
                      <a:endParaRPr lang="en-US" altLang="zh-TW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全體磨耗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局部接觸齒型誤差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</a:rPr>
                        <a:t>Pitch</a:t>
                      </a:r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誤差或偏心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軸承損壞</a:t>
                      </a:r>
                      <a:r>
                        <a:rPr lang="en-US" altLang="zh-TW" sz="14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algn="l"/>
                      <a:endParaRPr lang="en-US" altLang="zh-TW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內環傷</a:t>
                      </a:r>
                      <a:endParaRPr lang="en-US" altLang="zh-TW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外環傷</a:t>
                      </a:r>
                      <a:endParaRPr lang="en-US" altLang="zh-TW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滾動體傷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49748"/>
                  </a:ext>
                </a:extLst>
              </a:tr>
              <a:tr h="54977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軸不對心</a:t>
                      </a:r>
                      <a:endParaRPr lang="en-US" altLang="zh-TW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altLang="zh-TW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57998"/>
                  </a:ext>
                </a:extLst>
              </a:tr>
              <a:tr h="54977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軸彎曲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556810"/>
                  </a:ext>
                </a:extLst>
              </a:tr>
              <a:tr h="8996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tx1"/>
                          </a:solidFill>
                        </a:rPr>
                        <a:t>軸承基礎螺絲鬆動或油振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065428"/>
                  </a:ext>
                </a:extLst>
              </a:tr>
              <a:tr h="549779">
                <a:tc>
                  <a:txBody>
                    <a:bodyPr/>
                    <a:lstStyle/>
                    <a:p>
                      <a:r>
                        <a:rPr lang="zh-TW" altLang="en-US" sz="1400" b="1" dirty="0"/>
                        <a:t>感官檢測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手感到震動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耳聽到音響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手感到高溫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089479"/>
                  </a:ext>
                </a:extLst>
              </a:tr>
              <a:tr h="949617">
                <a:tc>
                  <a:txBody>
                    <a:bodyPr/>
                    <a:lstStyle/>
                    <a:p>
                      <a:r>
                        <a:rPr lang="zh-TW" altLang="en-US" sz="1400" b="1" dirty="0"/>
                        <a:t>頻寬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低頻</a:t>
                      </a:r>
                      <a:endParaRPr lang="en-US" altLang="zh-TW" sz="1400" dirty="0"/>
                    </a:p>
                    <a:p>
                      <a:r>
                        <a:rPr lang="zh-TW" altLang="en-US" sz="1400" dirty="0"/>
                        <a:t>轉速</a:t>
                      </a:r>
                      <a:r>
                        <a:rPr lang="en-US" altLang="zh-TW" sz="1400" dirty="0"/>
                        <a:t>5</a:t>
                      </a:r>
                      <a:r>
                        <a:rPr lang="zh-TW" altLang="en-US" sz="1400" dirty="0"/>
                        <a:t>倍以下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中頻</a:t>
                      </a:r>
                      <a:endParaRPr lang="en-US" altLang="zh-TW" sz="1400" dirty="0"/>
                    </a:p>
                    <a:p>
                      <a:r>
                        <a:rPr lang="en-US" altLang="zh-TW" sz="1400" dirty="0"/>
                        <a:t>5</a:t>
                      </a:r>
                      <a:r>
                        <a:rPr lang="zh-TW" altLang="en-US" sz="1400" dirty="0"/>
                        <a:t>倍轉速</a:t>
                      </a:r>
                      <a:r>
                        <a:rPr lang="en-US" altLang="zh-TW" sz="1400" dirty="0"/>
                        <a:t>~10kHz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高頻</a:t>
                      </a:r>
                      <a:endParaRPr lang="en-US" altLang="zh-TW" sz="1400" dirty="0"/>
                    </a:p>
                    <a:p>
                      <a:r>
                        <a:rPr lang="en-US" altLang="zh-TW" sz="1400" dirty="0"/>
                        <a:t>10kHz</a:t>
                      </a:r>
                      <a:r>
                        <a:rPr lang="zh-TW" altLang="en-US" sz="1400" dirty="0"/>
                        <a:t>以上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062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738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361462" y="42843"/>
            <a:ext cx="10505792" cy="83661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主軸振動檢測</a:t>
            </a:r>
            <a:r>
              <a:rPr kumimoji="1" lang="zh-TW" altLang="en-US" dirty="0"/>
              <a:t> </a:t>
            </a:r>
            <a:r>
              <a:rPr kumimoji="1" lang="en-US" altLang="zh-TW" dirty="0"/>
              <a:t>-</a:t>
            </a:r>
            <a:r>
              <a:rPr kumimoji="1" lang="zh-TW" altLang="en-US" dirty="0"/>
              <a:t> </a:t>
            </a:r>
            <a:r>
              <a:rPr kumimoji="1" lang="en-US" altLang="zh-TW" dirty="0"/>
              <a:t>ISO 10816-1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3B0F6C-51F6-4F8C-B344-CCC1296A1EE2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ED4B276-A941-7748-9239-9499B8B1A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524" y="835678"/>
            <a:ext cx="3656959" cy="556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025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CD30D60-D387-E947-AF3F-126BCB4ED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246" y="76310"/>
            <a:ext cx="10505792" cy="83661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主軸振動檢測</a:t>
            </a:r>
            <a:r>
              <a:rPr kumimoji="1" lang="zh-TW" altLang="en-US" dirty="0"/>
              <a:t> </a:t>
            </a:r>
            <a:r>
              <a:rPr kumimoji="1" lang="en-US" altLang="zh-TW" dirty="0"/>
              <a:t>-</a:t>
            </a:r>
            <a:r>
              <a:rPr kumimoji="1" lang="zh-TW" altLang="en-US" dirty="0"/>
              <a:t> </a:t>
            </a:r>
            <a:r>
              <a:rPr kumimoji="1" lang="en-US" altLang="zh-CN" dirty="0"/>
              <a:t>ISO 2372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9958445" y="6416563"/>
            <a:ext cx="602055" cy="36512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TW" smtClean="0"/>
              <a:pPr/>
              <a:t>4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8B69A7D-2A4D-B442-ABA9-6E935BD67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75" y="1102312"/>
            <a:ext cx="6703783" cy="50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5209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0"/>
          </p:nvPr>
        </p:nvSpPr>
        <p:spPr>
          <a:xfrm>
            <a:off x="1593409" y="2895332"/>
            <a:ext cx="9005181" cy="1067335"/>
          </a:xfrm>
        </p:spPr>
        <p:txBody>
          <a:bodyPr anchor="ctr"/>
          <a:lstStyle/>
          <a:p>
            <a:pPr marL="96520" indent="0">
              <a:buNone/>
            </a:pPr>
            <a:r>
              <a:rPr kumimoji="1" lang="zh-TW" altLang="en-US" dirty="0">
                <a:solidFill>
                  <a:schemeClr val="tx1"/>
                </a:solidFill>
              </a:rPr>
              <a:t>故障模式振動特徵分析 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2946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2976B3-0BBF-4CF6-92AF-A229F37E5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006" y="291775"/>
            <a:ext cx="10505792" cy="836612"/>
          </a:xfrm>
        </p:spPr>
        <p:txBody>
          <a:bodyPr/>
          <a:lstStyle/>
          <a:p>
            <a:r>
              <a:rPr kumimoji="1" lang="zh-TW" altLang="en-US" dirty="0"/>
              <a:t>故障模式振動特徵分析  </a:t>
            </a:r>
            <a:r>
              <a:rPr kumimoji="1" lang="en-US" altLang="zh-TW" dirty="0"/>
              <a:t>-</a:t>
            </a:r>
            <a:r>
              <a:rPr kumimoji="1" lang="zh-TW" altLang="en-US" dirty="0"/>
              <a:t> 魚骨圖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7F8806-F7F0-4B48-A7E9-EACE21B9A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A5372-247A-4AE9-87BD-CF4703C7C5FF}" type="slidenum">
              <a:rPr lang="zh-TW" altLang="en-US" smtClean="0"/>
              <a:t>6</a:t>
            </a:fld>
            <a:endParaRPr lang="zh-TW" altLang="en-US"/>
          </a:p>
        </p:txBody>
      </p: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07F9B60B-1CF9-4C94-9D35-D028F4364838}"/>
              </a:ext>
            </a:extLst>
          </p:cNvPr>
          <p:cNvGrpSpPr/>
          <p:nvPr/>
        </p:nvGrpSpPr>
        <p:grpSpPr>
          <a:xfrm>
            <a:off x="2354252" y="1479755"/>
            <a:ext cx="8396027" cy="4416611"/>
            <a:chOff x="2354252" y="1479755"/>
            <a:chExt cx="8396027" cy="4416611"/>
          </a:xfrm>
        </p:grpSpPr>
        <p:cxnSp>
          <p:nvCxnSpPr>
            <p:cNvPr id="62" name="Straight Connector 4">
              <a:extLst>
                <a:ext uri="{FF2B5EF4-FFF2-40B4-BE49-F238E27FC236}">
                  <a16:creationId xmlns:a16="http://schemas.microsoft.com/office/drawing/2014/main" id="{99AC8100-33D8-41B4-BBA4-6EFE6E0110DF}"/>
                </a:ext>
              </a:extLst>
            </p:cNvPr>
            <p:cNvCxnSpPr/>
            <p:nvPr/>
          </p:nvCxnSpPr>
          <p:spPr>
            <a:xfrm>
              <a:off x="4678945" y="3650931"/>
              <a:ext cx="4586870" cy="1500"/>
            </a:xfrm>
            <a:prstGeom prst="line">
              <a:avLst/>
            </a:prstGeom>
            <a:ln w="57150" cap="rnd" cmpd="sng" algn="ctr">
              <a:solidFill>
                <a:srgbClr val="FF0000"/>
              </a:solidFill>
              <a:prstDash val="solid"/>
              <a:round/>
              <a:headEnd type="none" w="lg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38">
              <a:extLst>
                <a:ext uri="{FF2B5EF4-FFF2-40B4-BE49-F238E27FC236}">
                  <a16:creationId xmlns:a16="http://schemas.microsoft.com/office/drawing/2014/main" id="{7CDBC457-890A-4BE6-A765-0C308280E29B}"/>
                </a:ext>
              </a:extLst>
            </p:cNvPr>
            <p:cNvCxnSpPr/>
            <p:nvPr/>
          </p:nvCxnSpPr>
          <p:spPr>
            <a:xfrm rot="16200000" flipH="1">
              <a:off x="3547588" y="1897485"/>
              <a:ext cx="1874275" cy="1632615"/>
            </a:xfrm>
            <a:prstGeom prst="line">
              <a:avLst/>
            </a:prstGeom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F94E0937-8F0B-4679-967D-C4B9A5E75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889" y="1479755"/>
              <a:ext cx="1534499" cy="302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25400" dist="12700" dir="5400000" algn="t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6350"/>
              <a:bevelB w="38100" h="6350"/>
            </a:sp3d>
          </p:spPr>
          <p:txBody>
            <a:bodyPr lIns="23043" tIns="23043" rIns="23043" bIns="23043" anchor="ctr" anchorCtr="1"/>
            <a:lstStyle/>
            <a:p>
              <a:pPr algn="ctr">
                <a:lnSpc>
                  <a:spcPct val="85000"/>
                </a:lnSpc>
                <a:spcBef>
                  <a:spcPts val="25"/>
                </a:spcBef>
              </a:pPr>
              <a:r>
                <a:rPr lang="zh-TW" altLang="en-US" sz="2400" dirty="0">
                  <a:solidFill>
                    <a:srgbClr val="CC00FF"/>
                  </a:solidFill>
                  <a:latin typeface="標楷體" panose="03000509000000000000" pitchFamily="65" charset="-120"/>
                  <a:ea typeface="標楷體" panose="03000509000000000000" pitchFamily="65" charset="-120"/>
                  <a:sym typeface="Helvetica"/>
                </a:rPr>
                <a:t>組裝不良</a:t>
              </a:r>
            </a:p>
          </p:txBody>
        </p:sp>
        <p:cxnSp>
          <p:nvCxnSpPr>
            <p:cNvPr id="68" name="Straight Connector 44">
              <a:extLst>
                <a:ext uri="{FF2B5EF4-FFF2-40B4-BE49-F238E27FC236}">
                  <a16:creationId xmlns:a16="http://schemas.microsoft.com/office/drawing/2014/main" id="{1AB42163-D510-4104-8B7C-40FDD22BD456}"/>
                </a:ext>
              </a:extLst>
            </p:cNvPr>
            <p:cNvCxnSpPr/>
            <p:nvPr/>
          </p:nvCxnSpPr>
          <p:spPr>
            <a:xfrm rot="5400000" flipH="1" flipV="1">
              <a:off x="4315238" y="3771760"/>
              <a:ext cx="1874274" cy="1632615"/>
            </a:xfrm>
            <a:prstGeom prst="line">
              <a:avLst/>
            </a:prstGeom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37">
              <a:extLst>
                <a:ext uri="{FF2B5EF4-FFF2-40B4-BE49-F238E27FC236}">
                  <a16:creationId xmlns:a16="http://schemas.microsoft.com/office/drawing/2014/main" id="{61873961-7A9D-47C9-9180-689D46512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7538" y="5525205"/>
              <a:ext cx="1973495" cy="359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25400" dist="12700" dir="5400000" algn="t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6350"/>
              <a:bevelB w="38100" h="6350"/>
            </a:sp3d>
          </p:spPr>
          <p:txBody>
            <a:bodyPr lIns="23043" tIns="23043" rIns="23043" bIns="23043" anchor="ctr" anchorCtr="1"/>
            <a:lstStyle/>
            <a:p>
              <a:pPr algn="ctr">
                <a:lnSpc>
                  <a:spcPct val="85000"/>
                </a:lnSpc>
                <a:spcBef>
                  <a:spcPts val="25"/>
                </a:spcBef>
              </a:pPr>
              <a:r>
                <a:rPr lang="zh-TW" altLang="en-US" sz="2400" dirty="0">
                  <a:solidFill>
                    <a:srgbClr val="CC00FF"/>
                  </a:solidFill>
                  <a:latin typeface="標楷體" panose="03000509000000000000" pitchFamily="65" charset="-120"/>
                  <a:ea typeface="標楷體" panose="03000509000000000000" pitchFamily="65" charset="-120"/>
                  <a:sym typeface="Helvetica"/>
                </a:rPr>
                <a:t>馬達元件損壞</a:t>
              </a:r>
            </a:p>
          </p:txBody>
        </p:sp>
        <p:cxnSp>
          <p:nvCxnSpPr>
            <p:cNvPr id="71" name="Straight Connector 48">
              <a:extLst>
                <a:ext uri="{FF2B5EF4-FFF2-40B4-BE49-F238E27FC236}">
                  <a16:creationId xmlns:a16="http://schemas.microsoft.com/office/drawing/2014/main" id="{AC1D2172-04F6-44F0-9879-98684F8B761E}"/>
                </a:ext>
              </a:extLst>
            </p:cNvPr>
            <p:cNvCxnSpPr/>
            <p:nvPr/>
          </p:nvCxnSpPr>
          <p:spPr>
            <a:xfrm rot="16200000" flipH="1">
              <a:off x="6551055" y="1897485"/>
              <a:ext cx="1874275" cy="1632615"/>
            </a:xfrm>
            <a:prstGeom prst="line">
              <a:avLst/>
            </a:prstGeom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37">
              <a:extLst>
                <a:ext uri="{FF2B5EF4-FFF2-40B4-BE49-F238E27FC236}">
                  <a16:creationId xmlns:a16="http://schemas.microsoft.com/office/drawing/2014/main" id="{45852898-6307-463C-8822-49FB10D2F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3356" y="1479755"/>
              <a:ext cx="1534499" cy="302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25400" dist="12700" dir="5400000" algn="t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6350"/>
              <a:bevelB w="38100" h="6350"/>
            </a:sp3d>
          </p:spPr>
          <p:txBody>
            <a:bodyPr lIns="23043" tIns="23043" rIns="23043" bIns="23043" anchor="ctr" anchorCtr="1"/>
            <a:lstStyle/>
            <a:p>
              <a:pPr algn="ctr">
                <a:lnSpc>
                  <a:spcPct val="85000"/>
                </a:lnSpc>
                <a:spcBef>
                  <a:spcPts val="25"/>
                </a:spcBef>
              </a:pPr>
              <a:r>
                <a:rPr lang="zh-TW" altLang="en-US" sz="2400" dirty="0">
                  <a:solidFill>
                    <a:srgbClr val="CC00FF"/>
                  </a:solidFill>
                  <a:latin typeface="標楷體" panose="03000509000000000000" pitchFamily="65" charset="-120"/>
                  <a:ea typeface="標楷體" panose="03000509000000000000" pitchFamily="65" charset="-120"/>
                  <a:sym typeface="Helvetica"/>
                </a:rPr>
                <a:t>設計不良</a:t>
              </a:r>
            </a:p>
          </p:txBody>
        </p:sp>
        <p:cxnSp>
          <p:nvCxnSpPr>
            <p:cNvPr id="73" name="Straight Connector 50">
              <a:extLst>
                <a:ext uri="{FF2B5EF4-FFF2-40B4-BE49-F238E27FC236}">
                  <a16:creationId xmlns:a16="http://schemas.microsoft.com/office/drawing/2014/main" id="{B543DDA0-11FC-463F-9CA0-2A526C268953}"/>
                </a:ext>
              </a:extLst>
            </p:cNvPr>
            <p:cNvCxnSpPr/>
            <p:nvPr/>
          </p:nvCxnSpPr>
          <p:spPr>
            <a:xfrm rot="5400000" flipH="1" flipV="1">
              <a:off x="7104217" y="3771760"/>
              <a:ext cx="1874274" cy="1632615"/>
            </a:xfrm>
            <a:prstGeom prst="line">
              <a:avLst/>
            </a:prstGeom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37">
              <a:extLst>
                <a:ext uri="{FF2B5EF4-FFF2-40B4-BE49-F238E27FC236}">
                  <a16:creationId xmlns:a16="http://schemas.microsoft.com/office/drawing/2014/main" id="{3B38A569-7736-4415-A858-81A97D61B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6517" y="5525205"/>
              <a:ext cx="2187983" cy="371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25400" dist="12700" dir="5400000" algn="t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6350"/>
              <a:bevelB w="38100" h="6350"/>
            </a:sp3d>
          </p:spPr>
          <p:txBody>
            <a:bodyPr lIns="23043" tIns="23043" rIns="23043" bIns="23043" anchor="ctr" anchorCtr="1"/>
            <a:lstStyle/>
            <a:p>
              <a:pPr algn="ctr">
                <a:lnSpc>
                  <a:spcPct val="85000"/>
                </a:lnSpc>
                <a:spcBef>
                  <a:spcPts val="25"/>
                </a:spcBef>
              </a:pPr>
              <a:r>
                <a:rPr lang="zh-TW" altLang="en-US" sz="2400" dirty="0">
                  <a:solidFill>
                    <a:srgbClr val="CC00FF"/>
                  </a:solidFill>
                  <a:latin typeface="標楷體" panose="03000509000000000000" pitchFamily="65" charset="-120"/>
                  <a:ea typeface="標楷體" panose="03000509000000000000" pitchFamily="65" charset="-120"/>
                  <a:sym typeface="Helvetica"/>
                </a:rPr>
                <a:t>傳動元件損壞</a:t>
              </a:r>
            </a:p>
          </p:txBody>
        </p:sp>
        <p:cxnSp>
          <p:nvCxnSpPr>
            <p:cNvPr id="83" name="Straight Connector 67">
              <a:extLst>
                <a:ext uri="{FF2B5EF4-FFF2-40B4-BE49-F238E27FC236}">
                  <a16:creationId xmlns:a16="http://schemas.microsoft.com/office/drawing/2014/main" id="{43B4504D-393D-4F77-9160-81BC9E1EDDB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483721" y="2188174"/>
              <a:ext cx="544205" cy="1501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70">
              <a:extLst>
                <a:ext uri="{FF2B5EF4-FFF2-40B4-BE49-F238E27FC236}">
                  <a16:creationId xmlns:a16="http://schemas.microsoft.com/office/drawing/2014/main" id="{D8CA625E-BE16-4DE0-B8D7-28F8CF45D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4252" y="2045615"/>
              <a:ext cx="1088410" cy="28811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defTabSz="457189" hangingPunct="0"/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對心不良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Helvetica"/>
              </a:endParaRPr>
            </a:p>
          </p:txBody>
        </p:sp>
        <p:cxnSp>
          <p:nvCxnSpPr>
            <p:cNvPr id="85" name="Straight Connector 69">
              <a:extLst>
                <a:ext uri="{FF2B5EF4-FFF2-40B4-BE49-F238E27FC236}">
                  <a16:creationId xmlns:a16="http://schemas.microsoft.com/office/drawing/2014/main" id="{9A24027D-E4A5-4518-8CCD-E96434BF083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921044" y="2678408"/>
              <a:ext cx="544205" cy="1501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70">
              <a:extLst>
                <a:ext uri="{FF2B5EF4-FFF2-40B4-BE49-F238E27FC236}">
                  <a16:creationId xmlns:a16="http://schemas.microsoft.com/office/drawing/2014/main" id="{4239FEB1-981D-4859-835E-A847C060A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575" y="2535850"/>
              <a:ext cx="1088410" cy="28811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defTabSz="457189" hangingPunct="0"/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基座鬆動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Helvetica"/>
              </a:endParaRPr>
            </a:p>
          </p:txBody>
        </p:sp>
        <p:cxnSp>
          <p:nvCxnSpPr>
            <p:cNvPr id="87" name="Straight Connector 71">
              <a:extLst>
                <a:ext uri="{FF2B5EF4-FFF2-40B4-BE49-F238E27FC236}">
                  <a16:creationId xmlns:a16="http://schemas.microsoft.com/office/drawing/2014/main" id="{1C2AC518-8B57-47EC-8FA4-666FCD981C5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387478" y="4945965"/>
              <a:ext cx="544205" cy="1501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70">
              <a:extLst>
                <a:ext uri="{FF2B5EF4-FFF2-40B4-BE49-F238E27FC236}">
                  <a16:creationId xmlns:a16="http://schemas.microsoft.com/office/drawing/2014/main" id="{35A72A73-6192-43AF-A5EB-37923AE97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2379" y="4803407"/>
              <a:ext cx="1088410" cy="28811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algn="r">
                <a:lnSpc>
                  <a:spcPct val="85000"/>
                </a:lnSpc>
                <a:spcBef>
                  <a:spcPts val="252"/>
                </a:spcBef>
              </a:pPr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定子損壞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Helvetica"/>
              </a:endParaRPr>
            </a:p>
            <a:p>
              <a:pPr algn="r">
                <a:lnSpc>
                  <a:spcPct val="85000"/>
                </a:lnSpc>
                <a:spcBef>
                  <a:spcPts val="252"/>
                </a:spcBef>
              </a:pPr>
              <a:endParaRPr lang="en-US" altLang="zh-TW" sz="1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89" name="Straight Connector 73">
              <a:extLst>
                <a:ext uri="{FF2B5EF4-FFF2-40B4-BE49-F238E27FC236}">
                  <a16:creationId xmlns:a16="http://schemas.microsoft.com/office/drawing/2014/main" id="{05E397C6-668C-4D6D-BE66-F758193B0AF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896051" y="4368227"/>
              <a:ext cx="544205" cy="1500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70">
              <a:extLst>
                <a:ext uri="{FF2B5EF4-FFF2-40B4-BE49-F238E27FC236}">
                  <a16:creationId xmlns:a16="http://schemas.microsoft.com/office/drawing/2014/main" id="{E73674A1-22F5-400D-9E52-B428F1A52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0952" y="4225667"/>
              <a:ext cx="1088410" cy="28811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defTabSz="457189" hangingPunct="0"/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轉子損壞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Helvetica"/>
              </a:endParaRPr>
            </a:p>
          </p:txBody>
        </p:sp>
        <p:cxnSp>
          <p:nvCxnSpPr>
            <p:cNvPr id="91" name="Straight Connector 75">
              <a:extLst>
                <a:ext uri="{FF2B5EF4-FFF2-40B4-BE49-F238E27FC236}">
                  <a16:creationId xmlns:a16="http://schemas.microsoft.com/office/drawing/2014/main" id="{2452DF2E-263F-4C3D-89CC-7491540334E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615197" y="2352894"/>
              <a:ext cx="544205" cy="1501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12C63F86-45E2-45F4-8800-11B902B2A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0100" y="2210335"/>
              <a:ext cx="1088410" cy="28811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defTabSz="457189" hangingPunct="0"/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平衡不良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Helvetica"/>
              </a:endParaRPr>
            </a:p>
          </p:txBody>
        </p:sp>
        <p:cxnSp>
          <p:nvCxnSpPr>
            <p:cNvPr id="93" name="Straight Connector 77">
              <a:extLst>
                <a:ext uri="{FF2B5EF4-FFF2-40B4-BE49-F238E27FC236}">
                  <a16:creationId xmlns:a16="http://schemas.microsoft.com/office/drawing/2014/main" id="{E3ADD7BE-8589-4E12-87F8-F036209B279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123769" y="2929132"/>
              <a:ext cx="544205" cy="1501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tangle 78">
              <a:extLst>
                <a:ext uri="{FF2B5EF4-FFF2-40B4-BE49-F238E27FC236}">
                  <a16:creationId xmlns:a16="http://schemas.microsoft.com/office/drawing/2014/main" id="{988FEAC1-704E-4780-BBFD-9BA46EE4D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7052" y="2786574"/>
              <a:ext cx="1088410" cy="28811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defTabSz="457189" hangingPunct="0"/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流體擾流</a:t>
              </a:r>
              <a:endPara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95" name="Straight Connector 79">
              <a:extLst>
                <a:ext uri="{FF2B5EF4-FFF2-40B4-BE49-F238E27FC236}">
                  <a16:creationId xmlns:a16="http://schemas.microsoft.com/office/drawing/2014/main" id="{072769F1-5BA0-4449-8AF6-81ACFCB659E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974964" y="5163929"/>
              <a:ext cx="544205" cy="1501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 70">
              <a:extLst>
                <a:ext uri="{FF2B5EF4-FFF2-40B4-BE49-F238E27FC236}">
                  <a16:creationId xmlns:a16="http://schemas.microsoft.com/office/drawing/2014/main" id="{B9602426-A36C-4BDD-BD3E-B0C29B6A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9867" y="5021371"/>
              <a:ext cx="1088410" cy="28811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defTabSz="457189" hangingPunct="0"/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皮帶振動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Helvetica"/>
              </a:endParaRPr>
            </a:p>
          </p:txBody>
        </p:sp>
        <p:cxnSp>
          <p:nvCxnSpPr>
            <p:cNvPr id="97" name="Straight Connector 81">
              <a:extLst>
                <a:ext uri="{FF2B5EF4-FFF2-40B4-BE49-F238E27FC236}">
                  <a16:creationId xmlns:a16="http://schemas.microsoft.com/office/drawing/2014/main" id="{6FFDDA93-DED8-4492-91D7-5F3629DDE3F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438844" y="4647209"/>
              <a:ext cx="544205" cy="1500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70">
              <a:extLst>
                <a:ext uri="{FF2B5EF4-FFF2-40B4-BE49-F238E27FC236}">
                  <a16:creationId xmlns:a16="http://schemas.microsoft.com/office/drawing/2014/main" id="{15D8AA58-33A4-44EB-B30E-8392960EB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7052" y="4504649"/>
              <a:ext cx="1403485" cy="26542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algn="r">
                <a:lnSpc>
                  <a:spcPct val="85000"/>
                </a:lnSpc>
                <a:spcBef>
                  <a:spcPts val="252"/>
                </a:spcBef>
              </a:pPr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齒輪契合不良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Helvetica"/>
              </a:endParaRPr>
            </a:p>
            <a:p>
              <a:pPr algn="r">
                <a:lnSpc>
                  <a:spcPct val="85000"/>
                </a:lnSpc>
                <a:spcBef>
                  <a:spcPts val="252"/>
                </a:spcBef>
              </a:pPr>
              <a:endParaRPr lang="en-US" altLang="zh-TW" sz="1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589CB1DB-BED2-45F3-B683-EBA95F4C1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5407" y="3209556"/>
              <a:ext cx="1554872" cy="926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25400" dist="12700" dir="5400000" algn="t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6350"/>
              <a:bevelB w="38100" h="6350"/>
            </a:sp3d>
          </p:spPr>
          <p:txBody>
            <a:bodyPr lIns="23043" tIns="23043" rIns="23043" bIns="23043" anchor="ctr" anchorCtr="1"/>
            <a:lstStyle/>
            <a:p>
              <a:pPr algn="ctr">
                <a:lnSpc>
                  <a:spcPct val="85000"/>
                </a:lnSpc>
                <a:spcBef>
                  <a:spcPts val="25"/>
                </a:spcBef>
              </a:pPr>
              <a:r>
                <a:rPr lang="zh-TW" altLang="en-US" sz="2400" dirty="0">
                  <a:solidFill>
                    <a:srgbClr val="CC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故障模式</a:t>
              </a:r>
              <a:endParaRPr lang="en-US" sz="2400" dirty="0">
                <a:solidFill>
                  <a:srgbClr val="CC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01" name="Straight Connector 69">
              <a:extLst>
                <a:ext uri="{FF2B5EF4-FFF2-40B4-BE49-F238E27FC236}">
                  <a16:creationId xmlns:a16="http://schemas.microsoft.com/office/drawing/2014/main" id="{EE56A2DE-174E-4389-A61B-B7BD5F2B20C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13534" y="3229012"/>
              <a:ext cx="544205" cy="1501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70">
              <a:extLst>
                <a:ext uri="{FF2B5EF4-FFF2-40B4-BE49-F238E27FC236}">
                  <a16:creationId xmlns:a16="http://schemas.microsoft.com/office/drawing/2014/main" id="{985D9814-6DD0-4063-97B4-A01398B28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8435" y="3086454"/>
              <a:ext cx="1088410" cy="28811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defTabSz="457189" hangingPunct="0"/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滾動軸承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Helvetica"/>
              </a:endParaRPr>
            </a:p>
          </p:txBody>
        </p:sp>
        <p:cxnSp>
          <p:nvCxnSpPr>
            <p:cNvPr id="103" name="Straight Connector 81">
              <a:extLst>
                <a:ext uri="{FF2B5EF4-FFF2-40B4-BE49-F238E27FC236}">
                  <a16:creationId xmlns:a16="http://schemas.microsoft.com/office/drawing/2014/main" id="{AAC73502-6C8D-472A-939D-24030226C2F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922428" y="4077857"/>
              <a:ext cx="544205" cy="1500"/>
            </a:xfrm>
            <a:prstGeom prst="line">
              <a:avLst/>
            </a:prstGeom>
            <a:ln w="635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70">
              <a:extLst>
                <a:ext uri="{FF2B5EF4-FFF2-40B4-BE49-F238E27FC236}">
                  <a16:creationId xmlns:a16="http://schemas.microsoft.com/office/drawing/2014/main" id="{B0B011F6-DAEF-4AD2-A0FB-72A1DAC95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5711" y="3935297"/>
              <a:ext cx="1088410" cy="28811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57607" tIns="23043" rIns="34564" bIns="23043"/>
            <a:lstStyle/>
            <a:p>
              <a:pPr algn="r">
                <a:lnSpc>
                  <a:spcPct val="85000"/>
                </a:lnSpc>
                <a:spcBef>
                  <a:spcPts val="252"/>
                </a:spcBef>
              </a:pPr>
              <a:r>
                <a:rPr lang="zh-TW" altLang="en-US" sz="16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  <a:sym typeface="Helvetica"/>
                </a:rPr>
                <a:t>葉片損壞</a:t>
              </a:r>
              <a:endPara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Helvetica"/>
              </a:endParaRPr>
            </a:p>
            <a:p>
              <a:pPr algn="r">
                <a:lnSpc>
                  <a:spcPct val="85000"/>
                </a:lnSpc>
                <a:spcBef>
                  <a:spcPts val="252"/>
                </a:spcBef>
              </a:pPr>
              <a:endParaRPr lang="en-US" altLang="zh-TW" sz="16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5843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1"/>
          <p:cNvSpPr txBox="1">
            <a:spLocks/>
          </p:cNvSpPr>
          <p:nvPr/>
        </p:nvSpPr>
        <p:spPr>
          <a:xfrm>
            <a:off x="1593409" y="2428633"/>
            <a:ext cx="9005181" cy="20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ctr">
            <a:noAutofit/>
          </a:bodyPr>
          <a:lstStyle>
            <a:lvl1pPr marL="342900" marR="0" indent="-34290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1pPr>
            <a:lvl2pPr marL="193039" marR="0" indent="-193039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2pPr>
            <a:lvl3pPr marL="443483" marR="0" indent="-2057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3pPr>
            <a:lvl4pPr marL="740663" marR="0" indent="-274318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4pPr>
            <a:lvl5pPr marL="1033272" marR="0" indent="-347472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5pPr>
            <a:lvl6pPr marL="1171737" marR="0" indent="-248193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1423851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1652451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1862763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kumimoji="1" lang="zh-TW" altLang="en-US" dirty="0">
                <a:solidFill>
                  <a:schemeClr val="tx1"/>
                </a:solidFill>
              </a:rPr>
              <a:t>故障模式振動特徵分析</a:t>
            </a:r>
            <a:endParaRPr kumimoji="1" lang="en-US" altLang="zh-TW" dirty="0">
              <a:solidFill>
                <a:schemeClr val="tx1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-</a:t>
            </a:r>
            <a:r>
              <a:rPr lang="zh-TW" altLang="en-US" dirty="0">
                <a:solidFill>
                  <a:schemeClr val="tx1"/>
                </a:solidFill>
              </a:rPr>
              <a:t>設計不良問題</a:t>
            </a:r>
            <a:r>
              <a:rPr kumimoji="1" lang="zh-TW" altLang="en-US" dirty="0">
                <a:solidFill>
                  <a:schemeClr val="tx1"/>
                </a:solidFill>
              </a:rPr>
              <a:t> 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35E28327-70E8-4804-BFF3-E9DF8B2130B9}"/>
              </a:ext>
            </a:extLst>
          </p:cNvPr>
          <p:cNvGrpSpPr/>
          <p:nvPr/>
        </p:nvGrpSpPr>
        <p:grpSpPr>
          <a:xfrm>
            <a:off x="8517429" y="231989"/>
            <a:ext cx="3549525" cy="2000733"/>
            <a:chOff x="8517429" y="231989"/>
            <a:chExt cx="3549525" cy="2000733"/>
          </a:xfrm>
        </p:grpSpPr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2049E33-F749-4281-8A36-1A899B079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5F3714FE-2A2C-4898-838B-EDB6CC220B71}"/>
                </a:ext>
              </a:extLst>
            </p:cNvPr>
            <p:cNvSpPr/>
            <p:nvPr/>
          </p:nvSpPr>
          <p:spPr>
            <a:xfrm>
              <a:off x="9808308" y="247619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774121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Times New Roman" panose="02020603050405020304" pitchFamily="18" charset="0"/>
              </a:rPr>
              <a:t>設計不良問題</a:t>
            </a:r>
            <a:r>
              <a:rPr lang="en-US" altLang="zh-TW" dirty="0">
                <a:cs typeface="Times New Roman" panose="02020603050405020304" pitchFamily="18" charset="0"/>
              </a:rPr>
              <a:t>(1) - </a:t>
            </a:r>
            <a:r>
              <a:rPr lang="zh-TW" altLang="en-US" dirty="0">
                <a:cs typeface="Times New Roman" panose="02020603050405020304" pitchFamily="18" charset="0"/>
              </a:rPr>
              <a:t>平衡不良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631506" y="983833"/>
            <a:ext cx="7773751" cy="5201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發生原因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平衡不良。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振動頻譜發生於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2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逕向的一倍轉速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(1x)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 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lvl="1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補充說明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742932" lvl="2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軸向振幅遠小於逕向的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1/3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742932" lvl="2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不論哪個方向，皆沒有其他倍頻的振動。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914377" lvl="1" indent="-457189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lvl="1" defTabSz="457189" hangingPunct="0"/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4013528" y="4319228"/>
            <a:ext cx="3924245" cy="1876103"/>
            <a:chOff x="8507590" y="971601"/>
            <a:chExt cx="3223539" cy="1280271"/>
          </a:xfrm>
        </p:grpSpPr>
        <p:pic>
          <p:nvPicPr>
            <p:cNvPr id="8" name="圖片 7" descr="畫面剪輯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7590" y="971601"/>
              <a:ext cx="3223539" cy="1280271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9875521" y="1279972"/>
              <a:ext cx="731520" cy="210029"/>
            </a:xfrm>
            <a:prstGeom prst="rect">
              <a:avLst/>
            </a:prstGeom>
            <a:solidFill>
              <a:schemeClr val="bg1"/>
            </a:solidFill>
            <a:ln w="25400" cap="flat">
              <a:solidFill>
                <a:schemeClr val="bg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defTabSz="457189" hangingPunct="0"/>
              <a:endParaRPr lang="zh-TW" altLang="en-US"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pic>
        <p:nvPicPr>
          <p:cNvPr id="11" name="圖片 10">
            <a:extLst>
              <a:ext uri="{FF2B5EF4-FFF2-40B4-BE49-F238E27FC236}">
                <a16:creationId xmlns:a16="http://schemas.microsoft.com/office/drawing/2014/main" id="{9122B6FB-B66E-4728-AD3F-1EEB62E57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773" y="216359"/>
            <a:ext cx="3897037" cy="2196613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D67C92E-A3D4-413A-9985-CABC667721FC}"/>
              </a:ext>
            </a:extLst>
          </p:cNvPr>
          <p:cNvSpPr/>
          <p:nvPr/>
        </p:nvSpPr>
        <p:spPr>
          <a:xfrm>
            <a:off x="9261232" y="612104"/>
            <a:ext cx="711200" cy="2085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16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Times New Roman" panose="02020603050405020304" pitchFamily="18" charset="0"/>
              </a:rPr>
              <a:t>設計不良問題</a:t>
            </a:r>
            <a:r>
              <a:rPr lang="en-US" altLang="zh-TW" dirty="0">
                <a:cs typeface="Times New Roman" panose="02020603050405020304" pitchFamily="18" charset="0"/>
              </a:rPr>
              <a:t>(2) – </a:t>
            </a:r>
            <a:r>
              <a:rPr lang="zh-TW" altLang="en-US" dirty="0">
                <a:cs typeface="Times New Roman" panose="02020603050405020304" pitchFamily="18" charset="0"/>
              </a:rPr>
              <a:t>流體擾流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631506" y="983834"/>
            <a:ext cx="7773751" cy="42165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發生原因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空氣進出風車、壓力或速度突然產生時會引起擾流現象。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振動頻譜發生於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2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隨機、低頻的振動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(1~30Hz)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457189" lvl="2" defTabSz="457189" hangingPunct="0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914377" lvl="1" indent="-457189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lvl="1" defTabSz="457189" hangingPunct="0"/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3" name="圖片 2" descr="畫面剪輯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543" y="3373402"/>
            <a:ext cx="6424217" cy="190516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284526B-C3F5-46B4-AD8E-9695979CE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773" y="216359"/>
            <a:ext cx="3897037" cy="2196613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4A6152D2-FA03-40C2-98C9-197D6BC6F3C9}"/>
              </a:ext>
            </a:extLst>
          </p:cNvPr>
          <p:cNvSpPr/>
          <p:nvPr/>
        </p:nvSpPr>
        <p:spPr>
          <a:xfrm>
            <a:off x="9487363" y="844459"/>
            <a:ext cx="711200" cy="2085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872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1"/>
          <p:cNvSpPr txBox="1">
            <a:spLocks/>
          </p:cNvSpPr>
          <p:nvPr/>
        </p:nvSpPr>
        <p:spPr>
          <a:xfrm>
            <a:off x="1593409" y="3137609"/>
            <a:ext cx="9005181" cy="1067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ctr">
            <a:noAutofit/>
          </a:bodyPr>
          <a:lstStyle>
            <a:lvl1pPr marL="342900" marR="0" indent="-34290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1pPr>
            <a:lvl2pPr marL="193039" marR="0" indent="-193039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2pPr>
            <a:lvl3pPr marL="443483" marR="0" indent="-2057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3pPr>
            <a:lvl4pPr marL="740663" marR="0" indent="-274318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4pPr>
            <a:lvl5pPr marL="1033272" marR="0" indent="-347472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5pPr>
            <a:lvl6pPr marL="1171737" marR="0" indent="-248193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1423851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1652451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1862763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kumimoji="1" lang="zh-TW" altLang="en-US" dirty="0">
                <a:solidFill>
                  <a:schemeClr val="tx1"/>
                </a:solidFill>
              </a:rPr>
              <a:t>故障模式振動特徵分析</a:t>
            </a:r>
            <a:endParaRPr kumimoji="1" lang="en-US" altLang="zh-TW" dirty="0">
              <a:solidFill>
                <a:schemeClr val="tx1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-</a:t>
            </a:r>
            <a:r>
              <a:rPr lang="zh-TW" altLang="en-US" dirty="0">
                <a:solidFill>
                  <a:schemeClr val="tx1"/>
                </a:solidFill>
              </a:rPr>
              <a:t>組裝不良</a:t>
            </a:r>
            <a:r>
              <a:rPr lang="zh-TW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問題</a:t>
            </a:r>
            <a:endParaRPr lang="zh-TW" altLang="en-US" dirty="0">
              <a:solidFill>
                <a:schemeClr val="tx1"/>
              </a:solidFill>
            </a:endParaRPr>
          </a:p>
          <a:p>
            <a:r>
              <a:rPr kumimoji="1" lang="zh-TW" altLang="en-US" dirty="0">
                <a:solidFill>
                  <a:schemeClr val="tx1"/>
                </a:solidFill>
              </a:rPr>
              <a:t> 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8FD661D-F30B-4E8B-85A0-0F304C9461D6}"/>
              </a:ext>
            </a:extLst>
          </p:cNvPr>
          <p:cNvGrpSpPr/>
          <p:nvPr/>
        </p:nvGrpSpPr>
        <p:grpSpPr>
          <a:xfrm>
            <a:off x="8517429" y="231989"/>
            <a:ext cx="3549525" cy="2000733"/>
            <a:chOff x="8517429" y="231989"/>
            <a:chExt cx="3549525" cy="200073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41286BC9-7FB1-46C3-A9BF-2F1914B7B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9D33DD1E-5AEF-4674-8FC1-A6328595324E}"/>
                </a:ext>
              </a:extLst>
            </p:cNvPr>
            <p:cNvSpPr/>
            <p:nvPr/>
          </p:nvSpPr>
          <p:spPr>
            <a:xfrm>
              <a:off x="8517429" y="231989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386711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Times New Roman" panose="02020603050405020304" pitchFamily="18" charset="0"/>
              </a:rPr>
              <a:t>組裝不良問題</a:t>
            </a:r>
            <a:r>
              <a:rPr lang="en-US" altLang="zh-TW" dirty="0">
                <a:cs typeface="Times New Roman" panose="02020603050405020304" pitchFamily="18" charset="0"/>
              </a:rPr>
              <a:t>(1) – </a:t>
            </a:r>
            <a:r>
              <a:rPr lang="zh-TW" altLang="en-US" dirty="0">
                <a:cs typeface="Times New Roman" panose="02020603050405020304" pitchFamily="18" charset="0"/>
              </a:rPr>
              <a:t>對心不良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217327" y="1201979"/>
            <a:ext cx="6711305" cy="5201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發生原因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角度式、平行式或混合式不對心。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振動頻譜發生於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2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逕向、軸向的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1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倍、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2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倍或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3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倍轉速 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(1x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2x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3x)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 。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lvl="1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補充說明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742932" lvl="2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因大部分不對心乃混合式不對心，故振動方向來自逕向與軸向。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914377" lvl="1" indent="-457189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lvl="1" defTabSz="457189" hangingPunct="0"/>
            <a:endParaRPr lang="zh-TW" altLang="en-US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5867AEC-9F7F-4F44-8EF9-D4BFC89F17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28" t="31465" r="3646" b="3850"/>
          <a:stretch/>
        </p:blipFill>
        <p:spPr>
          <a:xfrm>
            <a:off x="9324538" y="3429000"/>
            <a:ext cx="2466765" cy="2037763"/>
          </a:xfrm>
          <a:prstGeom prst="rect">
            <a:avLst/>
          </a:prstGeom>
        </p:spPr>
      </p:pic>
      <p:grpSp>
        <p:nvGrpSpPr>
          <p:cNvPr id="5" name="群組 4"/>
          <p:cNvGrpSpPr/>
          <p:nvPr/>
        </p:nvGrpSpPr>
        <p:grpSpPr>
          <a:xfrm>
            <a:off x="2670856" y="4219027"/>
            <a:ext cx="3247177" cy="2114722"/>
            <a:chOff x="3962289" y="4351482"/>
            <a:chExt cx="2691062" cy="1882303"/>
          </a:xfrm>
        </p:grpSpPr>
        <p:pic>
          <p:nvPicPr>
            <p:cNvPr id="3" name="圖片 2" descr="畫面剪輯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2289" y="4351482"/>
              <a:ext cx="2560542" cy="1882303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5538653" y="4652739"/>
              <a:ext cx="1114698" cy="27394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bg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defTabSz="457189" hangingPunct="0"/>
              <a:endParaRPr lang="zh-TW" altLang="en-US"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B2BB7ECA-E98C-431B-8032-24C29CFC4066}"/>
              </a:ext>
            </a:extLst>
          </p:cNvPr>
          <p:cNvGrpSpPr/>
          <p:nvPr/>
        </p:nvGrpSpPr>
        <p:grpSpPr>
          <a:xfrm>
            <a:off x="8342812" y="201613"/>
            <a:ext cx="3794487" cy="2000733"/>
            <a:chOff x="8272467" y="231989"/>
            <a:chExt cx="3794487" cy="2000733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763B0FEC-B4AC-490A-AC00-9F2500F09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92A3BF8B-9151-46ED-89E1-EC6E7DB883C2}"/>
                </a:ext>
              </a:extLst>
            </p:cNvPr>
            <p:cNvSpPr/>
            <p:nvPr/>
          </p:nvSpPr>
          <p:spPr>
            <a:xfrm>
              <a:off x="8272467" y="500386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7764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Times New Roman" panose="02020603050405020304" pitchFamily="18" charset="0"/>
              </a:rPr>
              <a:t>組裝不良問題</a:t>
            </a:r>
            <a:r>
              <a:rPr lang="en-US" altLang="zh-TW" dirty="0">
                <a:cs typeface="Times New Roman" panose="02020603050405020304" pitchFamily="18" charset="0"/>
              </a:rPr>
              <a:t>(2) – </a:t>
            </a:r>
            <a:r>
              <a:rPr lang="zh-TW" altLang="en-US" dirty="0">
                <a:cs typeface="Times New Roman" panose="02020603050405020304" pitchFamily="18" charset="0"/>
              </a:rPr>
              <a:t>基座鬆動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631507" y="983834"/>
            <a:ext cx="6955147" cy="42165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發生原因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機器鬆動，可分為外鬆動或內鬆動。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振動頻譜發生於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2" indent="-342891" defTabSz="457189" hangingPunct="0">
              <a:buFont typeface="Wingdings" panose="05000000000000000000" pitchFamily="2" charset="2"/>
              <a:buChar char="Ø"/>
            </a:pP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1x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2x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3x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…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7x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8x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或更高的轉速頻率 。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lvl="1"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914377" lvl="1" indent="-457189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lvl="1" defTabSz="457189" hangingPunct="0"/>
            <a:endParaRPr lang="zh-TW" altLang="en-US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1902873" y="3761713"/>
            <a:ext cx="2865368" cy="1828959"/>
            <a:chOff x="2137830" y="4090772"/>
            <a:chExt cx="2865368" cy="1828958"/>
          </a:xfrm>
        </p:grpSpPr>
        <p:pic>
          <p:nvPicPr>
            <p:cNvPr id="6" name="圖片 5" descr="畫面剪輯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7830" y="4090772"/>
              <a:ext cx="2865368" cy="1828958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3326674" y="4357152"/>
              <a:ext cx="957943" cy="307775"/>
            </a:xfrm>
            <a:prstGeom prst="rect">
              <a:avLst/>
            </a:prstGeom>
            <a:solidFill>
              <a:schemeClr val="bg1"/>
            </a:solidFill>
            <a:ln w="25400" cap="flat">
              <a:solidFill>
                <a:schemeClr val="bg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defTabSz="457189" hangingPunct="0"/>
              <a:endParaRPr lang="zh-TW" altLang="en-US"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6033178" y="3769333"/>
            <a:ext cx="2880611" cy="1813717"/>
            <a:chOff x="5318632" y="4106013"/>
            <a:chExt cx="2880610" cy="1813717"/>
          </a:xfrm>
        </p:grpSpPr>
        <p:pic>
          <p:nvPicPr>
            <p:cNvPr id="8" name="圖片 7" descr="畫面剪輯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8632" y="4106013"/>
              <a:ext cx="2880610" cy="1813717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6802480" y="4331027"/>
              <a:ext cx="957942" cy="307775"/>
            </a:xfrm>
            <a:prstGeom prst="rect">
              <a:avLst/>
            </a:prstGeom>
            <a:solidFill>
              <a:schemeClr val="bg1"/>
            </a:solidFill>
            <a:ln w="25400" cap="flat">
              <a:solidFill>
                <a:schemeClr val="bg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defTabSz="457189" hangingPunct="0"/>
              <a:endParaRPr lang="zh-TW" altLang="en-US"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  <p:sp>
        <p:nvSpPr>
          <p:cNvPr id="14" name="圓角矩形 13"/>
          <p:cNvSpPr/>
          <p:nvPr/>
        </p:nvSpPr>
        <p:spPr>
          <a:xfrm>
            <a:off x="3259378" y="3554386"/>
            <a:ext cx="854592" cy="340517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457189" hangingPunct="0"/>
            <a:r>
              <a:rPr lang="zh-TW" altLang="en-US" b="1" dirty="0">
                <a:latin typeface="+mj-lt"/>
                <a:ea typeface="+mj-ea"/>
                <a:cs typeface="+mj-cs"/>
                <a:sym typeface="Helvetica"/>
              </a:rPr>
              <a:t>外鬆動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7895630" y="3565981"/>
            <a:ext cx="854592" cy="340517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457189" hangingPunct="0"/>
            <a:r>
              <a:rPr lang="zh-TW" altLang="en-US" b="1" dirty="0">
                <a:latin typeface="+mj-lt"/>
                <a:ea typeface="+mj-ea"/>
                <a:cs typeface="+mj-cs"/>
                <a:sym typeface="Helvetica"/>
              </a:rPr>
              <a:t>內鬆動</a:t>
            </a: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3A5B54A1-2832-44B7-85EB-417373DCED99}"/>
              </a:ext>
            </a:extLst>
          </p:cNvPr>
          <p:cNvGrpSpPr/>
          <p:nvPr/>
        </p:nvGrpSpPr>
        <p:grpSpPr>
          <a:xfrm>
            <a:off x="8436596" y="201613"/>
            <a:ext cx="3700703" cy="2000733"/>
            <a:chOff x="8366251" y="231989"/>
            <a:chExt cx="3700703" cy="2000733"/>
          </a:xfrm>
        </p:grpSpPr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B638E6CB-03A1-4852-B06A-B544C20B4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49" name="矩形: 圓角 48">
              <a:extLst>
                <a:ext uri="{FF2B5EF4-FFF2-40B4-BE49-F238E27FC236}">
                  <a16:creationId xmlns:a16="http://schemas.microsoft.com/office/drawing/2014/main" id="{6B62A538-C305-48A5-8809-703FF53DB051}"/>
                </a:ext>
              </a:extLst>
            </p:cNvPr>
            <p:cNvSpPr/>
            <p:nvPr/>
          </p:nvSpPr>
          <p:spPr>
            <a:xfrm>
              <a:off x="8366251" y="680137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53354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2969" y="13609"/>
            <a:ext cx="10505792" cy="836612"/>
          </a:xfrm>
        </p:spPr>
        <p:txBody>
          <a:bodyPr>
            <a:normAutofit/>
          </a:bodyPr>
          <a:lstStyle/>
          <a:p>
            <a:r>
              <a:rPr lang="zh-TW" altLang="en-US" dirty="0">
                <a:cs typeface="Times New Roman" panose="02020603050405020304" pitchFamily="18" charset="0"/>
              </a:rPr>
              <a:t>組裝不良問題</a:t>
            </a:r>
            <a:r>
              <a:rPr lang="en-US" altLang="zh-TW" dirty="0">
                <a:cs typeface="Times New Roman" panose="02020603050405020304" pitchFamily="18" charset="0"/>
              </a:rPr>
              <a:t>(3) – </a:t>
            </a:r>
            <a:r>
              <a:rPr lang="zh-TW" altLang="en-US" dirty="0">
                <a:cs typeface="Times New Roman" panose="02020603050405020304" pitchFamily="18" charset="0"/>
              </a:rPr>
              <a:t>滾動承軸損壞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776215" y="770182"/>
                <a:ext cx="7873544" cy="572464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發生原因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標準元損壞順序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914377" lvl="1" indent="-457189" defTabSz="457189" hangingPunct="0">
                  <a:buFont typeface="+mj-lt"/>
                  <a:buAutoNum type="arabicPeriod"/>
                </a:pP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軸承外環軌道損壞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sym typeface="Helvetica"/>
                  </a:rPr>
                  <a:t>(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Ball Pass Frequency Outer Race 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BPFO)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</a:t>
                </a: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914377" lvl="1" indent="-457189" defTabSz="457189" hangingPunct="0">
                  <a:buFont typeface="+mj-lt"/>
                  <a:buAutoNum type="arabicPeriod"/>
                </a:pP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軸承內環軌道損壞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sym typeface="Helvetica"/>
                  </a:rPr>
                  <a:t>(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Ball Pass Frequency Inner Race 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BPFI)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914377" lvl="1" indent="-457189" defTabSz="457189" hangingPunct="0">
                  <a:buFont typeface="+mj-lt"/>
                  <a:buAutoNum type="arabicPeriod"/>
                </a:pP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軸承滾動件損壞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sym typeface="Helvetica"/>
                  </a:rPr>
                  <a:t>(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Ball Spin Frequency 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BSF)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914377" lvl="1" indent="-457189" defTabSz="457189" hangingPunct="0">
                  <a:buFont typeface="+mj-lt"/>
                  <a:buAutoNum type="arabicPeriod"/>
                </a:pP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軸承保持器損壞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(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Fundamental Train Frequency 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FTF)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振動頻譜發生於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BPFO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轉速</a:t>
                </a:r>
                <a14:m>
                  <m:oMath xmlns:m="http://schemas.openxmlformats.org/officeDocument/2006/math">
                    <m:r>
                      <a:rPr lang="zh-TW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 </m:t>
                    </m:r>
                    <m:r>
                      <a:rPr lang="en-US" altLang="zh-TW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</m:t>
                    </m:r>
                  </m:oMath>
                </a14:m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N </a:t>
                </a:r>
                <a14:m>
                  <m:oMath xmlns:m="http://schemas.openxmlformats.org/officeDocument/2006/math">
                    <m:r>
                      <a:rPr lang="en-US" altLang="zh-TW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</m:t>
                    </m:r>
                  </m:oMath>
                </a14:m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40%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BPFI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轉速</a:t>
                </a:r>
                <a14:m>
                  <m:oMath xmlns:m="http://schemas.openxmlformats.org/officeDocument/2006/math">
                    <m:r>
                      <a:rPr lang="zh-TW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 </m:t>
                    </m:r>
                    <m:r>
                      <a:rPr lang="en-US" altLang="zh-TW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</m:t>
                    </m:r>
                  </m:oMath>
                </a14:m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N </a:t>
                </a:r>
                <a14:m>
                  <m:oMath xmlns:m="http://schemas.openxmlformats.org/officeDocument/2006/math">
                    <m:r>
                      <a:rPr lang="en-US" altLang="zh-TW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</m:t>
                    </m:r>
                  </m:oMath>
                </a14:m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60%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BSF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轉速</a:t>
                </a:r>
                <a14:m>
                  <m:oMath xmlns:m="http://schemas.openxmlformats.org/officeDocument/2006/math">
                    <m:r>
                      <a:rPr lang="zh-TW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 </m:t>
                    </m:r>
                    <m:r>
                      <a:rPr lang="en-US" altLang="zh-TW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</m:t>
                    </m:r>
                    <m:r>
                      <a:rPr lang="zh-TW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 </m:t>
                    </m:r>
                  </m:oMath>
                </a14:m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40%~60%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FTF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轉速</a:t>
                </a:r>
                <a14:m>
                  <m:oMath xmlns:m="http://schemas.openxmlformats.org/officeDocument/2006/math">
                    <m:r>
                      <a:rPr lang="zh-TW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 </m:t>
                    </m:r>
                    <m:r>
                      <a:rPr lang="en-US" altLang="zh-TW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</m:t>
                    </m:r>
                  </m:oMath>
                </a14:m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2~4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lvl="1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補充說明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742932" lvl="2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軸承元件損壞大部分均會產生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Harmonic(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諧波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)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並伴隨著轉速的旁波。</a:t>
                </a: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914377" lvl="1" indent="-457189" defTabSz="457189" hangingPunct="0">
                  <a:buFont typeface="Wingdings" panose="05000000000000000000" pitchFamily="2" charset="2"/>
                  <a:buChar char="Ø"/>
                </a:pP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endParaRPr lang="en-US" altLang="zh-TW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lvl="1" defTabSz="457189" hangingPunct="0"/>
                <a:endParaRPr lang="zh-TW" altLang="en-US" sz="1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15" y="770182"/>
                <a:ext cx="7873544" cy="5724642"/>
              </a:xfrm>
              <a:prstGeom prst="rect">
                <a:avLst/>
              </a:prstGeom>
              <a:blipFill>
                <a:blip r:embed="rId2"/>
                <a:stretch>
                  <a:fillRect l="-1238" t="-53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703" y="3060145"/>
            <a:ext cx="1874241" cy="3353135"/>
          </a:xfrm>
          <a:prstGeom prst="rect">
            <a:avLst/>
          </a:prstGeom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142838"/>
              </p:ext>
            </p:extLst>
          </p:nvPr>
        </p:nvGraphicFramePr>
        <p:xfrm>
          <a:off x="5997535" y="4500058"/>
          <a:ext cx="3853646" cy="1913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911">
                  <a:extLst>
                    <a:ext uri="{9D8B030D-6E8A-4147-A177-3AD203B41FA5}">
                      <a16:colId xmlns:a16="http://schemas.microsoft.com/office/drawing/2014/main" val="3839166221"/>
                    </a:ext>
                  </a:extLst>
                </a:gridCol>
                <a:gridCol w="928201">
                  <a:extLst>
                    <a:ext uri="{9D8B030D-6E8A-4147-A177-3AD203B41FA5}">
                      <a16:colId xmlns:a16="http://schemas.microsoft.com/office/drawing/2014/main" val="2472572920"/>
                    </a:ext>
                  </a:extLst>
                </a:gridCol>
                <a:gridCol w="1136536">
                  <a:extLst>
                    <a:ext uri="{9D8B030D-6E8A-4147-A177-3AD203B41FA5}">
                      <a16:colId xmlns:a16="http://schemas.microsoft.com/office/drawing/2014/main" val="282395054"/>
                    </a:ext>
                  </a:extLst>
                </a:gridCol>
                <a:gridCol w="1075998">
                  <a:extLst>
                    <a:ext uri="{9D8B030D-6E8A-4147-A177-3AD203B41FA5}">
                      <a16:colId xmlns:a16="http://schemas.microsoft.com/office/drawing/2014/main" val="3980237193"/>
                    </a:ext>
                  </a:extLst>
                </a:gridCol>
              </a:tblGrid>
              <a:tr h="593278"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latin typeface="+mn-ea"/>
                          <a:ea typeface="+mn-ea"/>
                        </a:rPr>
                        <a:t>主波頻率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Harmonics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Sidebands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8687080"/>
                  </a:ext>
                </a:extLst>
              </a:tr>
              <a:tr h="32998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FTF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latin typeface="+mn-ea"/>
                          <a:ea typeface="+mn-ea"/>
                        </a:rPr>
                        <a:t>最低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Franklin Gothic Book"/>
                        </a:rPr>
                        <a:t>No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No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5699967"/>
                  </a:ext>
                </a:extLst>
              </a:tr>
              <a:tr h="32998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BSF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latin typeface="+mn-ea"/>
                          <a:ea typeface="+mn-ea"/>
                        </a:rPr>
                        <a:t>次低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Franklin Gothic Book"/>
                        </a:rPr>
                        <a:t>No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Yes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0185109"/>
                  </a:ext>
                </a:extLst>
              </a:tr>
              <a:tr h="32998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BPFO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latin typeface="+mn-ea"/>
                          <a:ea typeface="+mn-ea"/>
                        </a:rPr>
                        <a:t>次高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Franklin Gothic Book"/>
                        </a:rPr>
                        <a:t>Yes</a:t>
                      </a:r>
                      <a:endParaRPr kumimoji="0" lang="zh-TW" alt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Franklin Gothic Book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No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5557704"/>
                  </a:ext>
                </a:extLst>
              </a:tr>
              <a:tr h="32998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BPFI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latin typeface="+mn-ea"/>
                          <a:ea typeface="+mn-ea"/>
                        </a:rPr>
                        <a:t>最高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Franklin Gothic Book"/>
                        </a:rPr>
                        <a:t>Yes</a:t>
                      </a:r>
                      <a:endParaRPr kumimoji="0" lang="zh-TW" alt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Franklin Gothic Book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+mn-ea"/>
                          <a:ea typeface="+mn-ea"/>
                        </a:rPr>
                        <a:t>Yes</a:t>
                      </a:r>
                      <a:endParaRPr lang="zh-TW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6525825"/>
                  </a:ext>
                </a:extLst>
              </a:tr>
            </a:tbl>
          </a:graphicData>
        </a:graphic>
      </p:graphicFrame>
      <p:grpSp>
        <p:nvGrpSpPr>
          <p:cNvPr id="6" name="群組 5">
            <a:extLst>
              <a:ext uri="{FF2B5EF4-FFF2-40B4-BE49-F238E27FC236}">
                <a16:creationId xmlns:a16="http://schemas.microsoft.com/office/drawing/2014/main" id="{D5C75C12-2C3B-40C3-83C2-F395C16A3678}"/>
              </a:ext>
            </a:extLst>
          </p:cNvPr>
          <p:cNvGrpSpPr/>
          <p:nvPr/>
        </p:nvGrpSpPr>
        <p:grpSpPr>
          <a:xfrm>
            <a:off x="8587774" y="201613"/>
            <a:ext cx="3549525" cy="2000733"/>
            <a:chOff x="8517429" y="231989"/>
            <a:chExt cx="3549525" cy="2000733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25D3EA44-6752-403E-99FE-69FF1C7D0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972CBAF8-EC2E-4972-A326-15F20E278F4B}"/>
                </a:ext>
              </a:extLst>
            </p:cNvPr>
            <p:cNvSpPr/>
            <p:nvPr/>
          </p:nvSpPr>
          <p:spPr>
            <a:xfrm>
              <a:off x="8655422" y="930227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3306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1"/>
          <p:cNvSpPr txBox="1">
            <a:spLocks/>
          </p:cNvSpPr>
          <p:nvPr/>
        </p:nvSpPr>
        <p:spPr>
          <a:xfrm>
            <a:off x="1593409" y="3254840"/>
            <a:ext cx="9005181" cy="1067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ctr">
            <a:noAutofit/>
          </a:bodyPr>
          <a:lstStyle>
            <a:lvl1pPr marL="342900" marR="0" indent="-34290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1pPr>
            <a:lvl2pPr marL="193039" marR="0" indent="-193039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2pPr>
            <a:lvl3pPr marL="443483" marR="0" indent="-2057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3pPr>
            <a:lvl4pPr marL="740663" marR="0" indent="-274318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4pPr>
            <a:lvl5pPr marL="1033272" marR="0" indent="-347472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5pPr>
            <a:lvl6pPr marL="1171737" marR="0" indent="-248193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1423851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1652451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1862763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kumimoji="1" lang="zh-TW" altLang="en-US" dirty="0">
                <a:solidFill>
                  <a:schemeClr val="tx1"/>
                </a:solidFill>
              </a:rPr>
              <a:t>故障模式振動特徵分析</a:t>
            </a:r>
            <a:endParaRPr kumimoji="1" lang="en-US" altLang="zh-TW" dirty="0">
              <a:solidFill>
                <a:schemeClr val="tx1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-</a:t>
            </a:r>
            <a:r>
              <a:rPr lang="zh-TW" altLang="en-US" dirty="0">
                <a:solidFill>
                  <a:schemeClr val="tx1"/>
                </a:solidFill>
              </a:rPr>
              <a:t>傳動元件損壞</a:t>
            </a:r>
          </a:p>
          <a:p>
            <a:r>
              <a:rPr kumimoji="1" lang="zh-TW" altLang="en-US" dirty="0">
                <a:solidFill>
                  <a:schemeClr val="tx1"/>
                </a:solidFill>
              </a:rPr>
              <a:t> 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1157045-6CD7-4577-8560-551BA45E6A7D}"/>
              </a:ext>
            </a:extLst>
          </p:cNvPr>
          <p:cNvGrpSpPr/>
          <p:nvPr/>
        </p:nvGrpSpPr>
        <p:grpSpPr>
          <a:xfrm>
            <a:off x="8517429" y="231989"/>
            <a:ext cx="3549525" cy="2000733"/>
            <a:chOff x="8517429" y="231989"/>
            <a:chExt cx="3549525" cy="200073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5121503F-F805-40D2-9238-A3DAB65F9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065E2E3A-6320-4660-BC8F-F0373DD83DC6}"/>
                </a:ext>
              </a:extLst>
            </p:cNvPr>
            <p:cNvSpPr/>
            <p:nvPr/>
          </p:nvSpPr>
          <p:spPr>
            <a:xfrm>
              <a:off x="10152418" y="1949695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755566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77092" y="78796"/>
            <a:ext cx="10505792" cy="836612"/>
          </a:xfrm>
        </p:spPr>
        <p:txBody>
          <a:bodyPr/>
          <a:lstStyle/>
          <a:p>
            <a:r>
              <a:rPr lang="zh-TW" altLang="en-US" dirty="0">
                <a:cs typeface="Times New Roman" panose="02020603050405020304" pitchFamily="18" charset="0"/>
              </a:rPr>
              <a:t>組裝不良問題</a:t>
            </a:r>
            <a:r>
              <a:rPr lang="en-US" altLang="zh-TW" dirty="0">
                <a:cs typeface="Times New Roman" panose="02020603050405020304" pitchFamily="18" charset="0"/>
              </a:rPr>
              <a:t>(1) – </a:t>
            </a:r>
            <a:r>
              <a:rPr lang="zh-TW" altLang="en-US" dirty="0">
                <a:cs typeface="Times New Roman" panose="02020603050405020304" pitchFamily="18" charset="0"/>
              </a:rPr>
              <a:t>葉片損壞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838200" y="1232355"/>
                <a:ext cx="9216484" cy="52629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發生原因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設計不當、擴散片磨損、管路陡彎、擾流阻礙、轉軸偏心。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lvl="1"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葉片頻率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(BPF):</a:t>
                </a: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葉片頻率 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(BPF) : 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葉片數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 </m:t>
                    </m:r>
                  </m:oMath>
                </a14:m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轉速，此為泵浦、風車和壓縮機之固有頻率。</a:t>
                </a:r>
                <a:endParaRPr lang="en-US" altLang="zh-TW" sz="2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振動頻譜發生於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葉片損壞會引起高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BPF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endParaRPr lang="en-US" altLang="zh-TW" sz="2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914377" lvl="1" indent="-457189" defTabSz="457189" hangingPunct="0">
                  <a:buFont typeface="Wingdings" panose="05000000000000000000" pitchFamily="2" charset="2"/>
                  <a:buChar char="Ø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lvl="1" defTabSz="457189" hangingPunct="0"/>
                <a:endParaRPr lang="zh-TW" altLang="en-US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32355"/>
                <a:ext cx="9216484" cy="5262977"/>
              </a:xfrm>
              <a:prstGeom prst="rect">
                <a:avLst/>
              </a:prstGeom>
              <a:blipFill>
                <a:blip r:embed="rId2"/>
                <a:stretch>
                  <a:fillRect l="-1390" t="-81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29" y="4168274"/>
            <a:ext cx="6241321" cy="2141407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82EB0EF6-BEE7-4649-A7E5-205A1D10ABDC}"/>
              </a:ext>
            </a:extLst>
          </p:cNvPr>
          <p:cNvGrpSpPr/>
          <p:nvPr/>
        </p:nvGrpSpPr>
        <p:grpSpPr>
          <a:xfrm>
            <a:off x="8517429" y="231989"/>
            <a:ext cx="3549525" cy="2000733"/>
            <a:chOff x="8517429" y="231989"/>
            <a:chExt cx="3549525" cy="200073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BD3E2B0-D440-4B2F-926C-1CBF25494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57CA244E-FB01-493A-8F7C-4C34448A6BA5}"/>
                </a:ext>
              </a:extLst>
            </p:cNvPr>
            <p:cNvSpPr/>
            <p:nvPr/>
          </p:nvSpPr>
          <p:spPr>
            <a:xfrm>
              <a:off x="10199312" y="1268351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6640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Times New Roman" panose="02020603050405020304" pitchFamily="18" charset="0"/>
              </a:rPr>
              <a:t>組裝不良問題</a:t>
            </a:r>
            <a:r>
              <a:rPr lang="en-US" altLang="zh-TW" dirty="0">
                <a:cs typeface="Times New Roman" panose="02020603050405020304" pitchFamily="18" charset="0"/>
              </a:rPr>
              <a:t>(2) – </a:t>
            </a:r>
            <a:r>
              <a:rPr lang="zh-TW" altLang="en-US" dirty="0">
                <a:cs typeface="Times New Roman" panose="02020603050405020304" pitchFamily="18" charset="0"/>
              </a:rPr>
              <a:t>齒輪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963532" y="917914"/>
                <a:ext cx="7199879" cy="59400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發生原因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齒輪磨耗、偏心或兩軸不平行。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齒輪嚙合頻率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(GMF)</a:t>
                </a: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齒輪嚙合頻率 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(GMF) :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 齒數</a:t>
                </a:r>
                <a14:m>
                  <m:oMath xmlns:m="http://schemas.openxmlformats.org/officeDocument/2006/math">
                    <m:r>
                      <a:rPr lang="zh-TW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 </m:t>
                    </m:r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 </m:t>
                    </m:r>
                  </m:oMath>
                </a14:m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轉速，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GMF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為固有之頻率，大小為負荷之多寡，而非磨耗</a:t>
                </a: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2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endParaRPr lang="en-US" altLang="zh-TW" sz="2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振動頻譜發生於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激發齒論自然頻率 </a:t>
                </a:r>
                <a:r>
                  <a:rPr lang="en-US" altLang="zh-TW" sz="2000" dirty="0" err="1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fn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GMF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變大，並伴隨磨耗齒輪轉速之旁波。</a:t>
                </a: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磨耗增加，旁波增多加大。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偏心、兩軸不平行時，出現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2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倍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GMF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914377" lvl="1" indent="-457189" defTabSz="457189" hangingPunct="0">
                  <a:buFont typeface="Wingdings" panose="05000000000000000000" pitchFamily="2" charset="2"/>
                  <a:buChar char="Ø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lvl="1" defTabSz="457189" hangingPunct="0"/>
                <a:endParaRPr lang="zh-TW" altLang="en-US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32" y="917914"/>
                <a:ext cx="7199879" cy="5940086"/>
              </a:xfrm>
              <a:prstGeom prst="rect">
                <a:avLst/>
              </a:prstGeom>
              <a:blipFill>
                <a:blip r:embed="rId2"/>
                <a:stretch>
                  <a:fillRect l="-1778" t="-71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098" y="4379912"/>
            <a:ext cx="3789787" cy="971863"/>
          </a:xfrm>
          <a:prstGeom prst="rect">
            <a:avLst/>
          </a:prstGeom>
        </p:spPr>
      </p:pic>
      <p:pic>
        <p:nvPicPr>
          <p:cNvPr id="4" name="圖片 3" descr="畫面剪輯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568" y="2609745"/>
            <a:ext cx="3685160" cy="1151339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5E67FAB6-46B4-4859-ACA3-279703841012}"/>
              </a:ext>
            </a:extLst>
          </p:cNvPr>
          <p:cNvGrpSpPr/>
          <p:nvPr/>
        </p:nvGrpSpPr>
        <p:grpSpPr>
          <a:xfrm>
            <a:off x="8517429" y="231989"/>
            <a:ext cx="3549525" cy="2000733"/>
            <a:chOff x="8517429" y="231989"/>
            <a:chExt cx="3549525" cy="2000733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F0554477-2C16-4080-81FB-65CF0E5A8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98CB2EA0-BE29-4487-B498-24F0B5F2467D}"/>
                </a:ext>
              </a:extLst>
            </p:cNvPr>
            <p:cNvSpPr/>
            <p:nvPr/>
          </p:nvSpPr>
          <p:spPr>
            <a:xfrm>
              <a:off x="9933589" y="1506225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5652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cs typeface="Times New Roman" panose="02020603050405020304" pitchFamily="18" charset="0"/>
              </a:rPr>
              <a:t>組裝不良問題</a:t>
            </a:r>
            <a:r>
              <a:rPr lang="en-US" altLang="zh-TW" dirty="0">
                <a:cs typeface="Times New Roman" panose="02020603050405020304" pitchFamily="18" charset="0"/>
              </a:rPr>
              <a:t>(3) – </a:t>
            </a:r>
            <a:r>
              <a:rPr lang="zh-TW" altLang="en-US" dirty="0">
                <a:cs typeface="Times New Roman" panose="02020603050405020304" pitchFamily="18" charset="0"/>
              </a:rPr>
              <a:t>皮帶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139137" y="1021339"/>
                <a:ext cx="6955147" cy="42780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發生原因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皮帶發生磨破、鬆動、配合錯誤。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皮帶頻率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皮帶頻率 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 3.14</a:t>
                </a:r>
                <a:r>
                  <a:rPr lang="en-US" altLang="zh-TW" sz="200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  <a:sym typeface="Helvetic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</m:t>
                    </m:r>
                  </m:oMath>
                </a14:m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皮帶輪直徑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</m:t>
                    </m:r>
                  </m:oMath>
                </a14:m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轉速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/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皮帶長度。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457189" lvl="2"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振動頻譜發生於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引發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1x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、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2x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、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3x 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、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4x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的皮帶頻率。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lvl="1" defTabSz="457189" hangingPunct="0"/>
                <a:endParaRPr lang="zh-TW" altLang="en-US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37" y="1021339"/>
                <a:ext cx="6955147" cy="4278092"/>
              </a:xfrm>
              <a:prstGeom prst="rect">
                <a:avLst/>
              </a:prstGeom>
              <a:blipFill>
                <a:blip r:embed="rId2"/>
                <a:stretch>
                  <a:fillRect l="-1840" t="-99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301" y="4228725"/>
            <a:ext cx="6569009" cy="1973751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FB6F6A53-CEB1-4F33-B56D-3C6A280BD957}"/>
              </a:ext>
            </a:extLst>
          </p:cNvPr>
          <p:cNvGrpSpPr/>
          <p:nvPr/>
        </p:nvGrpSpPr>
        <p:grpSpPr>
          <a:xfrm>
            <a:off x="8517429" y="231989"/>
            <a:ext cx="3549525" cy="2000733"/>
            <a:chOff x="8517429" y="231989"/>
            <a:chExt cx="3549525" cy="200073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50522B56-D92D-4529-BACB-01E6153A1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6765EE2F-FF47-4E0D-B03C-B4BB32788DAC}"/>
                </a:ext>
              </a:extLst>
            </p:cNvPr>
            <p:cNvSpPr/>
            <p:nvPr/>
          </p:nvSpPr>
          <p:spPr>
            <a:xfrm>
              <a:off x="9785097" y="1736770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290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1"/>
          <p:cNvSpPr txBox="1">
            <a:spLocks/>
          </p:cNvSpPr>
          <p:nvPr/>
        </p:nvSpPr>
        <p:spPr>
          <a:xfrm>
            <a:off x="1287010" y="3429000"/>
            <a:ext cx="9005181" cy="1067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19" rIns="45719" bIns="45719" anchor="ctr">
            <a:noAutofit/>
          </a:bodyPr>
          <a:lstStyle>
            <a:lvl1pPr marL="342900" marR="0" indent="-34290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1pPr>
            <a:lvl2pPr marL="193039" marR="0" indent="-193039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2pPr>
            <a:lvl3pPr marL="443483" marR="0" indent="-205738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3pPr>
            <a:lvl4pPr marL="740663" marR="0" indent="-274318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4pPr>
            <a:lvl5pPr marL="1033272" marR="0" indent="-347472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 pitchFamily="34" charset="-120"/>
                <a:ea typeface="微軟正黑體" pitchFamily="34" charset="-120"/>
                <a:cs typeface="+mn-cs"/>
                <a:sym typeface="Arial"/>
              </a:defRPr>
            </a:lvl5pPr>
            <a:lvl6pPr marL="1171737" marR="0" indent="-248193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1423851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1652451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1862763" marR="0" indent="-235131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2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kumimoji="1" lang="zh-TW" altLang="en-US" dirty="0">
                <a:solidFill>
                  <a:schemeClr val="tx1"/>
                </a:solidFill>
              </a:rPr>
              <a:t>故障模式振動特徵分析</a:t>
            </a:r>
            <a:endParaRPr kumimoji="1" lang="en-US" altLang="zh-TW" dirty="0">
              <a:solidFill>
                <a:schemeClr val="tx1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-</a:t>
            </a:r>
            <a:r>
              <a:rPr lang="zh-TW" altLang="en-US" dirty="0">
                <a:solidFill>
                  <a:schemeClr val="tx1"/>
                </a:solidFill>
              </a:rPr>
              <a:t>馬達元件損壞</a:t>
            </a:r>
            <a:r>
              <a:rPr lang="zh-TW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問題</a:t>
            </a:r>
            <a:endParaRPr lang="zh-TW" altLang="en-US" dirty="0">
              <a:solidFill>
                <a:schemeClr val="tx1"/>
              </a:solidFill>
            </a:endParaRPr>
          </a:p>
          <a:p>
            <a:r>
              <a:rPr kumimoji="1" lang="zh-TW" altLang="en-US" dirty="0">
                <a:solidFill>
                  <a:schemeClr val="tx1"/>
                </a:solidFill>
              </a:rPr>
              <a:t> 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F58F0BD4-080A-41EE-921F-58582FF242AC}"/>
              </a:ext>
            </a:extLst>
          </p:cNvPr>
          <p:cNvGrpSpPr/>
          <p:nvPr/>
        </p:nvGrpSpPr>
        <p:grpSpPr>
          <a:xfrm>
            <a:off x="8517429" y="231989"/>
            <a:ext cx="3549525" cy="2000733"/>
            <a:chOff x="8517429" y="231989"/>
            <a:chExt cx="3549525" cy="200073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306D7FF-A307-40CD-804F-C03B49216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DB1C660C-8A69-4203-8A82-780F762B6087}"/>
                </a:ext>
              </a:extLst>
            </p:cNvPr>
            <p:cNvSpPr/>
            <p:nvPr/>
          </p:nvSpPr>
          <p:spPr>
            <a:xfrm>
              <a:off x="8956666" y="1941880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91728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1708" y="13158"/>
            <a:ext cx="10505792" cy="836612"/>
          </a:xfrm>
        </p:spPr>
        <p:txBody>
          <a:bodyPr/>
          <a:lstStyle/>
          <a:p>
            <a:r>
              <a:rPr lang="zh-TW" altLang="en-US" dirty="0"/>
              <a:t>馬達元件損壞</a:t>
            </a:r>
            <a:r>
              <a:rPr lang="zh-TW" altLang="en-US" dirty="0">
                <a:cs typeface="Times New Roman" panose="02020603050405020304" pitchFamily="18" charset="0"/>
              </a:rPr>
              <a:t>問題</a:t>
            </a:r>
            <a:r>
              <a:rPr lang="en-US" altLang="zh-TW" dirty="0">
                <a:cs typeface="Times New Roman" panose="02020603050405020304" pitchFamily="18" charset="0"/>
              </a:rPr>
              <a:t>(1) – </a:t>
            </a:r>
            <a:r>
              <a:rPr lang="zh-TW" altLang="en-US" dirty="0">
                <a:cs typeface="Times New Roman" panose="02020603050405020304" pitchFamily="18" charset="0"/>
              </a:rPr>
              <a:t>轉子損壞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875883" y="849770"/>
            <a:ext cx="10135994" cy="64940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發生原因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轉軸摩擦、轉子偏心。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振動頻譜發生於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</a:p>
          <a:p>
            <a:pPr marL="800080" lvl="2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轉軸摩擦 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 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1257269" lvl="3" indent="-342891" defTabSz="457189" hangingPunct="0"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旋轉件與固定件摩擦時，其頻譜與鬆動相似。</a:t>
            </a:r>
          </a:p>
          <a:p>
            <a:pPr marL="1257269" lvl="3" indent="-342891" defTabSz="457189" hangingPunct="0"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通常會激發轉速的整數分數的次簡諧振動頻率 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(1/2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1/3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1/4…)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。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2" indent="-342891" defTabSz="457189" hangingPunct="0">
              <a:buFont typeface="Wingdings" panose="05000000000000000000" pitchFamily="2" charset="2"/>
              <a:buChar char="Ø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轉子偏心 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: </a:t>
            </a:r>
          </a:p>
          <a:p>
            <a:pPr marL="1257269" lvl="3" indent="-342891" defTabSz="457189" hangingPunct="0"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產生兩倍線頻率，伴隨著集通頻率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(FP=P*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遲滯頻率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)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。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1257269" lvl="3" indent="-342891" defTabSz="457189" hangingPunct="0"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FP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會在低頻區 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(0.3~2Hz)</a:t>
            </a:r>
            <a:r>
              <a:rPr lang="zh-TW" altLang="en-US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Helvetica"/>
              </a:rPr>
              <a:t>。</a:t>
            </a: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457189" lvl="3" defTabSz="457189" hangingPunct="0"/>
            <a:endParaRPr lang="en-US" altLang="zh-TW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2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endParaRPr lang="en-US" altLang="zh-TW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285744" indent="-285744" defTabSz="457189" hangingPunct="0">
              <a:buFont typeface="Wingdings" panose="05000000000000000000" pitchFamily="2" charset="2"/>
              <a:buChar char="n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914377" lvl="1" indent="-457189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defTabSz="457189" hangingPunct="0"/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marL="800080" lvl="1" indent="-342891" defTabSz="457189" hangingPunct="0"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  <a:p>
            <a:pPr lvl="1" defTabSz="457189" hangingPunct="0"/>
            <a:endParaRPr lang="zh-TW" altLang="en-US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4" name="圖片 3" descr="畫面剪輯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276" y="5002361"/>
            <a:ext cx="3871208" cy="1423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941" y="5230949"/>
            <a:ext cx="3873127" cy="11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圓角矩形 7"/>
          <p:cNvSpPr/>
          <p:nvPr/>
        </p:nvSpPr>
        <p:spPr>
          <a:xfrm>
            <a:off x="2334730" y="4697461"/>
            <a:ext cx="1322492" cy="340517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457189" hangingPunct="0"/>
            <a:r>
              <a:rPr lang="zh-TW" altLang="en-US" b="1" dirty="0">
                <a:latin typeface="+mj-lt"/>
                <a:ea typeface="+mj-ea"/>
                <a:cs typeface="+mj-cs"/>
                <a:sym typeface="Helvetica"/>
              </a:rPr>
              <a:t>轉軸摩擦</a:t>
            </a:r>
          </a:p>
        </p:txBody>
      </p:sp>
      <p:sp>
        <p:nvSpPr>
          <p:cNvPr id="9" name="圓角矩形 8"/>
          <p:cNvSpPr/>
          <p:nvPr/>
        </p:nvSpPr>
        <p:spPr>
          <a:xfrm>
            <a:off x="7080171" y="4697461"/>
            <a:ext cx="1176665" cy="340517"/>
          </a:xfrm>
          <a:prstGeom prst="round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457189" hangingPunct="0"/>
            <a:r>
              <a:rPr lang="zh-TW" altLang="en-US" b="1" dirty="0">
                <a:latin typeface="+mj-lt"/>
                <a:ea typeface="+mj-ea"/>
                <a:cs typeface="+mj-cs"/>
                <a:sym typeface="Helvetica"/>
              </a:rPr>
              <a:t>轉子偏心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CC2BDD3F-A054-4586-8BA5-865DD54A21F9}"/>
              </a:ext>
            </a:extLst>
          </p:cNvPr>
          <p:cNvGrpSpPr/>
          <p:nvPr/>
        </p:nvGrpSpPr>
        <p:grpSpPr>
          <a:xfrm>
            <a:off x="8517429" y="231989"/>
            <a:ext cx="3549525" cy="2000733"/>
            <a:chOff x="8517429" y="231989"/>
            <a:chExt cx="3549525" cy="2000733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EAD18BFF-14B2-4BF6-83E7-AF70BB771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E3046845-B04B-4CDB-8BCD-6E32C3409195}"/>
                </a:ext>
              </a:extLst>
            </p:cNvPr>
            <p:cNvSpPr/>
            <p:nvPr/>
          </p:nvSpPr>
          <p:spPr>
            <a:xfrm>
              <a:off x="8870695" y="1405252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082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0784" y="0"/>
            <a:ext cx="10505792" cy="836612"/>
          </a:xfrm>
        </p:spPr>
        <p:txBody>
          <a:bodyPr/>
          <a:lstStyle/>
          <a:p>
            <a:r>
              <a:rPr lang="zh-TW" altLang="en-US" dirty="0"/>
              <a:t>馬達元件損壞</a:t>
            </a:r>
            <a:r>
              <a:rPr lang="zh-TW" altLang="en-US" dirty="0">
                <a:cs typeface="Times New Roman" panose="02020603050405020304" pitchFamily="18" charset="0"/>
              </a:rPr>
              <a:t>問題</a:t>
            </a:r>
            <a:r>
              <a:rPr lang="en-US" altLang="zh-TW" dirty="0">
                <a:cs typeface="Times New Roman" panose="02020603050405020304" pitchFamily="18" charset="0"/>
              </a:rPr>
              <a:t>(2) – </a:t>
            </a:r>
            <a:r>
              <a:rPr lang="zh-TW" altLang="en-US" dirty="0">
                <a:cs typeface="Times New Roman" panose="02020603050405020304" pitchFamily="18" charset="0"/>
              </a:rPr>
              <a:t>定子損壞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631506" y="968852"/>
                <a:ext cx="8035010" cy="52629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發生原因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定子槽異常。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lvl="1"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定子槽頻率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定子槽頻率 </a:t>
                </a:r>
                <a:r>
                  <a:rPr lang="en-US" altLang="zh-TW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= </a:t>
                </a: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定子槽數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Helvetica"/>
                      </a:rPr>
                      <m:t>×</m:t>
                    </m:r>
                  </m:oMath>
                </a14:m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轉速。</a:t>
                </a:r>
                <a:endParaRPr lang="en-US" altLang="zh-TW" sz="2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振動頻譜發生於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:</a:t>
                </a:r>
              </a:p>
              <a:p>
                <a:pPr marL="800080" lvl="2" indent="-342891" defTabSz="457189" hangingPunct="0"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  <a:sym typeface="Helvetica"/>
                  </a:rPr>
                  <a:t>產生定子槽頻率高振動，同時伴隨著馬達轉速之旁波。</a:t>
                </a: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endParaRPr lang="en-US" altLang="zh-TW" sz="24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285744" indent="-285744" defTabSz="457189" hangingPunct="0">
                  <a:buFont typeface="Wingdings" panose="05000000000000000000" pitchFamily="2" charset="2"/>
                  <a:buChar char="n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914377" lvl="1" indent="-457189" defTabSz="457189" hangingPunct="0">
                  <a:buFont typeface="Wingdings" panose="05000000000000000000" pitchFamily="2" charset="2"/>
                  <a:buChar char="Ø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defTabSz="457189" hangingPunct="0"/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marL="800080" lvl="1" indent="-342891" defTabSz="457189" hangingPunct="0">
                  <a:buFont typeface="Wingdings" panose="05000000000000000000" pitchFamily="2" charset="2"/>
                  <a:buChar char="Ø"/>
                </a:pPr>
                <a:endParaRPr lang="en-US" altLang="zh-TW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  <a:p>
                <a:pPr lvl="1" defTabSz="457189" hangingPunct="0"/>
                <a:endParaRPr lang="zh-TW" altLang="en-US" sz="20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  <a:sym typeface="Helvetica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6" y="968852"/>
                <a:ext cx="8035010" cy="5262977"/>
              </a:xfrm>
              <a:prstGeom prst="rect">
                <a:avLst/>
              </a:prstGeom>
              <a:blipFill>
                <a:blip r:embed="rId2"/>
                <a:stretch>
                  <a:fillRect l="-1593" t="-81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489" y="4144649"/>
            <a:ext cx="6020323" cy="2034716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C0814FBE-4461-4EFB-AE76-6D8784E7932C}"/>
              </a:ext>
            </a:extLst>
          </p:cNvPr>
          <p:cNvGrpSpPr/>
          <p:nvPr/>
        </p:nvGrpSpPr>
        <p:grpSpPr>
          <a:xfrm>
            <a:off x="8517429" y="231989"/>
            <a:ext cx="3549525" cy="2000733"/>
            <a:chOff x="8517429" y="231989"/>
            <a:chExt cx="3549525" cy="200073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5367C282-CAD1-4487-B2C0-719A3E805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7429" y="231989"/>
              <a:ext cx="3549525" cy="2000733"/>
            </a:xfrm>
            <a:prstGeom prst="rect">
              <a:avLst/>
            </a:prstGeom>
          </p:spPr>
        </p:pic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1D65E562-1510-49DF-9301-A4FA607DC38C}"/>
                </a:ext>
              </a:extLst>
            </p:cNvPr>
            <p:cNvSpPr/>
            <p:nvPr/>
          </p:nvSpPr>
          <p:spPr>
            <a:xfrm>
              <a:off x="8644052" y="1618162"/>
              <a:ext cx="844061" cy="2291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3561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E5F12A8-F63E-411B-872C-81E99C189CC0}"/>
              </a:ext>
            </a:extLst>
          </p:cNvPr>
          <p:cNvSpPr/>
          <p:nvPr/>
        </p:nvSpPr>
        <p:spPr>
          <a:xfrm>
            <a:off x="1" y="1127051"/>
            <a:ext cx="12192000" cy="20839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3000">
                <a:srgbClr val="00B0F0">
                  <a:alpha val="75000"/>
                </a:srgbClr>
              </a:gs>
              <a:gs pos="100000">
                <a:srgbClr val="0070C0">
                  <a:alpha val="7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CC2D0DF-1B38-4F92-9CE6-881B0614A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527" y="1620639"/>
            <a:ext cx="3802948" cy="109680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E5BD1A5-D58A-4433-ACFB-D150760B3B29}"/>
              </a:ext>
            </a:extLst>
          </p:cNvPr>
          <p:cNvSpPr txBox="1"/>
          <p:nvPr/>
        </p:nvSpPr>
        <p:spPr>
          <a:xfrm>
            <a:off x="4342957" y="3401265"/>
            <a:ext cx="35060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Thank</a:t>
            </a:r>
            <a:r>
              <a:rPr lang="zh-TW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 </a:t>
            </a:r>
            <a:r>
              <a:rPr lang="en-US" altLang="zh-TW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5 Prophit" panose="00000700000000000000" pitchFamily="2" charset="0"/>
                <a:ea typeface="+mn-ea"/>
              </a:rPr>
              <a:t>You</a:t>
            </a:r>
            <a:endParaRPr lang="zh-TW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5 Prophit" panose="00000700000000000000" pitchFamily="2" charset="0"/>
              <a:ea typeface="+mn-ea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6159923-E66B-49D0-8F27-5D392D8C80AA}"/>
              </a:ext>
            </a:extLst>
          </p:cNvPr>
          <p:cNvSpPr txBox="1"/>
          <p:nvPr/>
        </p:nvSpPr>
        <p:spPr>
          <a:xfrm>
            <a:off x="3229672" y="4932367"/>
            <a:ext cx="573265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zh-TW" sz="2800" dirty="0">
                <a:solidFill>
                  <a:schemeClr val="bg1"/>
                </a:solidFill>
                <a:latin typeface="+mn-ea"/>
                <a:ea typeface="+mn-ea"/>
              </a:rPr>
              <a:t>皓博科技股份有限公司</a:t>
            </a:r>
          </a:p>
          <a:p>
            <a:pPr algn="ctr"/>
            <a:r>
              <a:rPr lang="en-US" altLang="zh-TW" sz="2000" cap="all" dirty="0">
                <a:solidFill>
                  <a:schemeClr val="bg1"/>
                </a:solidFill>
                <a:latin typeface="+mn-ea"/>
                <a:ea typeface="+mn-ea"/>
              </a:rPr>
              <a:t>Harbor Technology Solutions Co., Ltd.</a:t>
            </a:r>
          </a:p>
          <a:p>
            <a:pPr algn="ctr"/>
            <a:r>
              <a:rPr lang="en-US" altLang="zh-TW" sz="2000" dirty="0">
                <a:solidFill>
                  <a:schemeClr val="bg1"/>
                </a:solidFill>
                <a:latin typeface="+mn-ea"/>
                <a:ea typeface="+mn-ea"/>
              </a:rPr>
              <a:t>www.harbortechtw.com</a:t>
            </a:r>
            <a:endParaRPr lang="zh-TW" altLang="zh-TW" sz="2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852179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UTK 2017 佈景主題">
  <a:themeElements>
    <a:clrScheme name="TUTK_color_templat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D7100"/>
      </a:accent1>
      <a:accent2>
        <a:srgbClr val="E7B03C"/>
      </a:accent2>
      <a:accent3>
        <a:srgbClr val="444053"/>
      </a:accent3>
      <a:accent4>
        <a:srgbClr val="C7381C"/>
      </a:accent4>
      <a:accent5>
        <a:srgbClr val="631C0D"/>
      </a:accent5>
      <a:accent6>
        <a:srgbClr val="19181F"/>
      </a:accent6>
      <a:hlink>
        <a:srgbClr val="444053"/>
      </a:hlink>
      <a:folHlink>
        <a:srgbClr val="444053"/>
      </a:folHlink>
    </a:clrScheme>
    <a:fontScheme name="自訂 1">
      <a:majorFont>
        <a:latin typeface="Tw Cen MT"/>
        <a:ea typeface="微軟正黑體"/>
        <a:cs typeface=""/>
      </a:majorFont>
      <a:minorFont>
        <a:latin typeface="Tw Cen M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dc8fa6-307b-4d08-86e9-ab2bf59f76dd" xsi:nil="true"/>
    <lcf76f155ced4ddcb4097134ff3c332f xmlns="4f467d50-7397-4d15-b532-d9f96c25702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618ED7DE9BFEC04684966433A3B050C9" ma:contentTypeVersion="17" ma:contentTypeDescription="建立新的文件。" ma:contentTypeScope="" ma:versionID="09de2a15ba705f96af1d61fc72a75b94">
  <xsd:schema xmlns:xsd="http://www.w3.org/2001/XMLSchema" xmlns:xs="http://www.w3.org/2001/XMLSchema" xmlns:p="http://schemas.microsoft.com/office/2006/metadata/properties" xmlns:ns2="4f467d50-7397-4d15-b532-d9f96c257024" xmlns:ns3="2fdc8fa6-307b-4d08-86e9-ab2bf59f76dd" targetNamespace="http://schemas.microsoft.com/office/2006/metadata/properties" ma:root="true" ma:fieldsID="98db9127b2341ce73ef0de14fd7bb2d9" ns2:_="" ns3:_="">
    <xsd:import namespace="4f467d50-7397-4d15-b532-d9f96c257024"/>
    <xsd:import namespace="2fdc8fa6-307b-4d08-86e9-ab2bf59f76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467d50-7397-4d15-b532-d9f96c2570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影像標籤" ma:readOnly="false" ma:fieldId="{5cf76f15-5ced-4ddc-b409-7134ff3c332f}" ma:taxonomyMulti="true" ma:sspId="bd8bedba-a93e-4862-b8a1-897ca5d6ff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c8fa6-307b-4d08-86e9-ab2bf59f76d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07ce51a-820e-4087-a75b-bf5ab69def3a}" ma:internalName="TaxCatchAll" ma:showField="CatchAllData" ma:web="2fdc8fa6-307b-4d08-86e9-ab2bf59f76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881E0F-52BE-4B60-8328-59501E166B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18E4D1A-35C5-4773-9C48-32DF95B323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B00FB9-543D-4A52-909F-9AB70C2B3BE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62986</TotalTime>
  <Words>990</Words>
  <Application>Microsoft Office PowerPoint</Application>
  <PresentationFormat>寬螢幕</PresentationFormat>
  <Paragraphs>241</Paragraphs>
  <Slides>21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TUTK 2017 佈景主題</vt:lpstr>
      <vt:lpstr>2021 Jun</vt:lpstr>
      <vt:lpstr>旋轉機械振動量測頻率分析</vt:lpstr>
      <vt:lpstr>主軸振動檢測 - ISO 10816-1</vt:lpstr>
      <vt:lpstr>主軸振動檢測 - ISO 2372</vt:lpstr>
      <vt:lpstr>PowerPoint 簡報</vt:lpstr>
      <vt:lpstr>故障模式振動特徵分析  - 魚骨圖</vt:lpstr>
      <vt:lpstr>PowerPoint 簡報</vt:lpstr>
      <vt:lpstr>設計不良問題(1) - 平衡不良</vt:lpstr>
      <vt:lpstr>設計不良問題(2) – 流體擾流</vt:lpstr>
      <vt:lpstr>PowerPoint 簡報</vt:lpstr>
      <vt:lpstr>組裝不良問題(1) – 對心不良</vt:lpstr>
      <vt:lpstr>組裝不良問題(2) – 基座鬆動</vt:lpstr>
      <vt:lpstr>組裝不良問題(3) – 滾動承軸損壞</vt:lpstr>
      <vt:lpstr>PowerPoint 簡報</vt:lpstr>
      <vt:lpstr>組裝不良問題(1) – 葉片損壞</vt:lpstr>
      <vt:lpstr>組裝不良問題(2) – 齒輪</vt:lpstr>
      <vt:lpstr>組裝不良問題(3) – 皮帶</vt:lpstr>
      <vt:lpstr>PowerPoint 簡報</vt:lpstr>
      <vt:lpstr>馬達元件損壞問題(1) – 轉子損壞</vt:lpstr>
      <vt:lpstr>馬達元件損壞問題(2) – 定子損壞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科技事業上櫃審議會議</dc:title>
  <dc:creator>Yvonne Huang</dc:creator>
  <cp:lastModifiedBy>Simon Lu</cp:lastModifiedBy>
  <cp:revision>2626</cp:revision>
  <dcterms:modified xsi:type="dcterms:W3CDTF">2021-06-08T06:42:40Z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0x010100618ED7DE9BFEC04684966433A3B050C9</vt:lpwstr>
  </property>
</Properties>
</file>